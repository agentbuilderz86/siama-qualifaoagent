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svg" ContentType="image/svg+xml"/>
  <Override PartName="/ppt/media/image15.svg" ContentType="image/svg+xml"/>
  <Override PartName="/ppt/media/image26.svg" ContentType="image/svg+xml"/>
  <Override PartName="/ppt/media/image36.svg" ContentType="image/svg+xml"/>
  <Override PartName="/ppt/media/image37.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668" r:id="rId5"/>
    <p:sldMasterId id="2147484114" r:id="rId6"/>
  </p:sldMasterIdLst>
  <p:notesMasterIdLst>
    <p:notesMasterId r:id="rId92"/>
  </p:notesMasterIdLst>
  <p:sldIdLst>
    <p:sldId id="256" r:id="rId20"/>
    <p:sldId id="257" r:id="rId21"/>
    <p:sldId id="258" r:id="rId22"/>
    <p:sldId id="259" r:id="rId23"/>
    <p:sldId id="260" r:id="rId24"/>
    <p:sldId id="261" r:id="rId25"/>
    <p:sldId id="262" r:id="rId26"/>
  </p:sldIdLst>
  <p:sldSz cx="12192000" cy="6858000"/>
  <p:notesSz cx="6858000" cy="9144000"/>
  <p:embeddedFontLst>
    <p:embeddedFont>
      <p:font typeface="Sora-SIA" panose="020B0604020202020204" charset="0"/>
      <p:regular r:id="rId93"/>
      <p:bold r:id="rId94"/>
      <p:italic r:id="rId95"/>
    </p:embeddedFont>
    <p:embeddedFont>
      <p:font typeface="Sora-SIA Light" panose="020B0604020202020204" charset="0"/>
      <p:regular r:id="rId96"/>
    </p:embeddedFont>
    <p:embeddedFont>
      <p:font typeface="Sora-SIA Regular" panose="020B0604020202020204" charset="0"/>
      <p:regular r:id="rId97"/>
    </p:embeddedFont>
    <p:embeddedFont>
      <p:font typeface="Sora-SIA SemiBold" panose="020B0604020202020204" charset="0"/>
      <p:bold r:id="rId98"/>
      <p:boldItalic r:id="rId99"/>
    </p:embeddedFont>
    <p:embeddedFont>
      <p:font typeface="Wingdings 3" panose="05040102010807070707" pitchFamily="18" charset="2"/>
      <p:regular r:id="rId100"/>
    </p:embeddedFont>
  </p:embeddedFontLst>
  <p:defaultText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2" userDrawn="1">
          <p15:clr>
            <a:srgbClr val="A4A3A4"/>
          </p15:clr>
        </p15:guide>
        <p15:guide id="2" pos="3840" userDrawn="1">
          <p15:clr>
            <a:srgbClr val="A4A3A4"/>
          </p15:clr>
        </p15:guide>
        <p15:guide id="4" orient="horz" pos="1584" userDrawn="1">
          <p15:clr>
            <a:srgbClr val="A4A3A4"/>
          </p15:clr>
        </p15:guide>
        <p15:guide id="5" orient="horz"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0050"/>
    <a:srgbClr val="FFFFFF"/>
    <a:srgbClr val="F4F6FC"/>
    <a:srgbClr val="0A151E"/>
    <a:srgbClr val="455669"/>
    <a:srgbClr val="8796A9"/>
    <a:srgbClr val="173044"/>
    <a:srgbClr val="1D2F42"/>
    <a:srgbClr val="A9B3C1"/>
    <a:srgbClr val="C5F8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6" autoAdjust="0"/>
    <p:restoredTop sz="94802" autoAdjust="0"/>
  </p:normalViewPr>
  <p:slideViewPr>
    <p:cSldViewPr snapToGrid="0">
      <p:cViewPr varScale="1">
        <p:scale>
          <a:sx n="102" d="100"/>
          <a:sy n="102" d="100"/>
        </p:scale>
        <p:origin x="564" y="102"/>
      </p:cViewPr>
      <p:guideLst>
        <p:guide orient="horz" pos="2352"/>
        <p:guide pos="3840"/>
        <p:guide orient="horz" pos="1584"/>
        <p:guide orient="horz" pos="3816"/>
      </p:guideLst>
    </p:cSldViewPr>
  </p:slideViewPr>
  <p:notesTextViewPr>
    <p:cViewPr>
      <p:scale>
        <a:sx n="1" d="1"/>
        <a:sy n="1" d="1"/>
      </p:scale>
      <p:origin x="0" y="0"/>
    </p:cViewPr>
  </p:notesTextViewPr>
  <p:sorterViewPr>
    <p:cViewPr>
      <p:scale>
        <a:sx n="100" d="100"/>
        <a:sy n="100" d="100"/>
      </p:scale>
      <p:origin x="0" y="-279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92" Type="http://schemas.openxmlformats.org/officeDocument/2006/relationships/notesMaster" Target="notesMasters/notesMaster1.xml"/><Relationship Id="rId93" Type="http://schemas.openxmlformats.org/officeDocument/2006/relationships/font" Target="fonts/font1.fntdata"/><Relationship Id="rId94" Type="http://schemas.openxmlformats.org/officeDocument/2006/relationships/font" Target="fonts/font2.fntdata"/><Relationship Id="rId95" Type="http://schemas.openxmlformats.org/officeDocument/2006/relationships/font" Target="fonts/font3.fntdata"/><Relationship Id="rId96" Type="http://schemas.openxmlformats.org/officeDocument/2006/relationships/font" Target="fonts/font4.fntdata"/><Relationship Id="rId97" Type="http://schemas.openxmlformats.org/officeDocument/2006/relationships/font" Target="fonts/font5.fntdata"/><Relationship Id="rId98" Type="http://schemas.openxmlformats.org/officeDocument/2006/relationships/font" Target="fonts/font6.fntdata"/><Relationship Id="rId99" Type="http://schemas.openxmlformats.org/officeDocument/2006/relationships/font" Target="fonts/font7.fntdata"/><Relationship Id="rId100" Type="http://schemas.openxmlformats.org/officeDocument/2006/relationships/font" Target="fonts/font8.fntdata"/><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ora-SIA"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ora-SIA" pitchFamily="2" charset="0"/>
              </a:defRPr>
            </a:lvl1pPr>
          </a:lstStyle>
          <a:p>
            <a:fld id="{9E394765-213E-4735-B1B5-CFE47ED0AA59}" type="datetimeFigureOut">
              <a:rPr lang="en-US" smtClean="0"/>
              <a:pPr/>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ora-SIA"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ora-SIA" pitchFamily="2" charset="0"/>
              </a:defRPr>
            </a:lvl1pPr>
          </a:lstStyle>
          <a:p>
            <a:fld id="{CE0BAD70-C8D7-4D2D-A4AD-2B77E3A69997}" type="slidenum">
              <a:rPr lang="en-US" smtClean="0"/>
              <a:pPr/>
              <a:t>‹N°›</a:t>
            </a:fld>
            <a:endParaRPr lang="en-US"/>
          </a:p>
        </p:txBody>
      </p:sp>
    </p:spTree>
    <p:extLst>
      <p:ext uri="{BB962C8B-B14F-4D97-AF65-F5344CB8AC3E}">
        <p14:creationId xmlns:p14="http://schemas.microsoft.com/office/powerpoint/2010/main" val="2425503859"/>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Sora-SIA" pitchFamily="2" charset="0"/>
        <a:ea typeface="+mn-ea"/>
        <a:cs typeface="+mn-cs"/>
      </a:defRPr>
    </a:lvl1pPr>
    <a:lvl2pPr marL="457154" algn="l" defTabSz="914309" rtl="0" eaLnBrk="1" latinLnBrk="0" hangingPunct="1">
      <a:defRPr sz="1200" kern="1200">
        <a:solidFill>
          <a:schemeClr val="tx1"/>
        </a:solidFill>
        <a:latin typeface="Sora-SIA" pitchFamily="2" charset="0"/>
        <a:ea typeface="+mn-ea"/>
        <a:cs typeface="+mn-cs"/>
      </a:defRPr>
    </a:lvl2pPr>
    <a:lvl3pPr marL="914309" algn="l" defTabSz="914309" rtl="0" eaLnBrk="1" latinLnBrk="0" hangingPunct="1">
      <a:defRPr sz="1200" kern="1200">
        <a:solidFill>
          <a:schemeClr val="tx1"/>
        </a:solidFill>
        <a:latin typeface="Sora-SIA" pitchFamily="2" charset="0"/>
        <a:ea typeface="+mn-ea"/>
        <a:cs typeface="+mn-cs"/>
      </a:defRPr>
    </a:lvl3pPr>
    <a:lvl4pPr marL="1371463" algn="l" defTabSz="914309" rtl="0" eaLnBrk="1" latinLnBrk="0" hangingPunct="1">
      <a:defRPr sz="1200" kern="1200">
        <a:solidFill>
          <a:schemeClr val="tx1"/>
        </a:solidFill>
        <a:latin typeface="Sora-SIA" pitchFamily="2" charset="0"/>
        <a:ea typeface="+mn-ea"/>
        <a:cs typeface="+mn-cs"/>
      </a:defRPr>
    </a:lvl4pPr>
    <a:lvl5pPr marL="1828617" algn="l" defTabSz="914309" rtl="0" eaLnBrk="1" latinLnBrk="0" hangingPunct="1">
      <a:defRPr sz="1200" kern="1200">
        <a:solidFill>
          <a:schemeClr val="tx1"/>
        </a:solidFill>
        <a:latin typeface="Sora-SIA" pitchFamily="2" charset="0"/>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7.png"/><Relationship Id="rId7"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4.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36.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 Id="rId4" Type="http://schemas.openxmlformats.org/officeDocument/2006/relationships/image" Target="../media/image36.svg"/><Relationship Id="rId5" Type="http://schemas.openxmlformats.org/officeDocument/2006/relationships/image" Target="../media/image37.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 Id="rId4" Type="http://schemas.openxmlformats.org/officeDocument/2006/relationships/image" Target="../media/image36.svg"/><Relationship Id="rId5" Type="http://schemas.openxmlformats.org/officeDocument/2006/relationships/image" Target="../media/image37.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jpeg"/><Relationship Id="rId3" Type="http://schemas.openxmlformats.org/officeDocument/2006/relationships/image" Target="../media/image26.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 Id="rId3" Type="http://schemas.openxmlformats.org/officeDocument/2006/relationships/image" Target="../media/image26.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A66249D-96E6-D121-9400-46759EE381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98308" y="5935032"/>
            <a:ext cx="1398276" cy="541968"/>
          </a:xfrm>
          <a:prstGeom prst="rect">
            <a:avLst/>
          </a:prstGeom>
        </p:spPr>
      </p:pic>
      <p:sp>
        <p:nvSpPr>
          <p:cNvPr id="9" name="Subtitle 2">
            <a:extLst>
              <a:ext uri="{FF2B5EF4-FFF2-40B4-BE49-F238E27FC236}">
                <a16:creationId xmlns:a16="http://schemas.microsoft.com/office/drawing/2014/main" id="{630B8547-766A-C1C0-F3FD-0F0BC75E0143}"/>
              </a:ext>
            </a:extLst>
          </p:cNvPr>
          <p:cNvSpPr txBox="1">
            <a:spLocks/>
          </p:cNvSpPr>
          <p:nvPr userDrawn="1"/>
        </p:nvSpPr>
        <p:spPr>
          <a:xfrm>
            <a:off x="10071100" y="319506"/>
            <a:ext cx="1690688" cy="220607"/>
          </a:xfrm>
          <a:prstGeom prst="rect">
            <a:avLst/>
          </a:prstGeom>
        </p:spPr>
        <p:txBody>
          <a:bodyPr vert="horz" lIns="0" tIns="0" rIns="0" bIns="0" rtlCol="0" anchor="b" anchorCtr="0">
            <a:noAutofit/>
          </a:bodyPr>
          <a:lst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800" kern="1200">
                <a:solidFill>
                  <a:schemeClr val="bg1"/>
                </a:solidFill>
                <a:latin typeface="+mn-lt"/>
                <a:ea typeface="+mn-ea"/>
                <a:cs typeface="+mn-cs"/>
              </a:defRPr>
            </a:lvl1pPr>
            <a:lvl2pPr marL="457200" indent="0" algn="ctr" defTabSz="914400" rtl="0" eaLnBrk="1" latinLnBrk="0" hangingPunct="1">
              <a:lnSpc>
                <a:spcPct val="120000"/>
              </a:lnSpc>
              <a:spcBef>
                <a:spcPts val="0"/>
              </a:spcBef>
              <a:spcAft>
                <a:spcPts val="400"/>
              </a:spcAft>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0"/>
              </a:spcBef>
              <a:spcAft>
                <a:spcPts val="400"/>
              </a:spcAft>
              <a:buFont typeface="Sora" pitchFamily="2"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800" dirty="0">
                <a:solidFill>
                  <a:srgbClr val="8796A9"/>
                </a:solidFill>
              </a:rPr>
              <a:t>Confidential © Sia</a:t>
            </a:r>
          </a:p>
        </p:txBody>
      </p:sp>
      <p:sp>
        <p:nvSpPr>
          <p:cNvPr id="15" name="Picture Placeholder 13">
            <a:extLst>
              <a:ext uri="{FF2B5EF4-FFF2-40B4-BE49-F238E27FC236}">
                <a16:creationId xmlns:a16="http://schemas.microsoft.com/office/drawing/2014/main" id="{7B5ED9D3-3A98-D662-6708-A5C97F84437E}"/>
              </a:ext>
            </a:extLst>
          </p:cNvPr>
          <p:cNvSpPr>
            <a:spLocks noGrp="1"/>
          </p:cNvSpPr>
          <p:nvPr>
            <p:ph type="pic" sz="quarter" idx="18" hasCustomPrompt="1"/>
          </p:nvPr>
        </p:nvSpPr>
        <p:spPr>
          <a:xfrm>
            <a:off x="7432253" y="5803020"/>
            <a:ext cx="1161067" cy="572379"/>
          </a:xfrm>
        </p:spPr>
        <p:txBody>
          <a:bodyPr anchor="ctr" anchorCtr="0"/>
          <a:lstStyle>
            <a:lvl1pPr algn="ctr">
              <a:defRPr sz="1733" b="1">
                <a:solidFill>
                  <a:schemeClr val="bg1"/>
                </a:solidFill>
              </a:defRPr>
            </a:lvl1pPr>
          </a:lstStyle>
          <a:p>
            <a:r>
              <a:rPr lang="en-US" dirty="0"/>
              <a:t>Logo</a:t>
            </a:r>
          </a:p>
        </p:txBody>
      </p:sp>
      <p:sp>
        <p:nvSpPr>
          <p:cNvPr id="2" name="Picture Placeholder 13">
            <a:extLst>
              <a:ext uri="{FF2B5EF4-FFF2-40B4-BE49-F238E27FC236}">
                <a16:creationId xmlns:a16="http://schemas.microsoft.com/office/drawing/2014/main" id="{EE0A13BD-C74B-29B1-8CBE-713BB2104DC4}"/>
              </a:ext>
            </a:extLst>
          </p:cNvPr>
          <p:cNvSpPr>
            <a:spLocks noGrp="1"/>
          </p:cNvSpPr>
          <p:nvPr>
            <p:ph type="pic" sz="quarter" idx="19" hasCustomPrompt="1"/>
          </p:nvPr>
        </p:nvSpPr>
        <p:spPr>
          <a:xfrm>
            <a:off x="6014433" y="5803020"/>
            <a:ext cx="1161067" cy="572379"/>
          </a:xfrm>
        </p:spPr>
        <p:txBody>
          <a:bodyPr anchor="ctr" anchorCtr="0"/>
          <a:lstStyle>
            <a:lvl1pPr algn="ctr">
              <a:defRPr sz="1733" b="1">
                <a:solidFill>
                  <a:schemeClr val="bg1"/>
                </a:solidFill>
              </a:defRPr>
            </a:lvl1pPr>
          </a:lstStyle>
          <a:p>
            <a:r>
              <a:rPr lang="en-US" dirty="0"/>
              <a:t>Logo</a:t>
            </a:r>
          </a:p>
        </p:txBody>
      </p:sp>
    </p:spTree>
    <p:extLst>
      <p:ext uri="{BB962C8B-B14F-4D97-AF65-F5344CB8AC3E}">
        <p14:creationId xmlns:p14="http://schemas.microsoft.com/office/powerpoint/2010/main" val="408910242"/>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1F9DC6B-DD9A-D04C-A10F-E00B5BE99B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68026" y="5934740"/>
            <a:ext cx="1399032" cy="542260"/>
          </a:xfrm>
          <a:prstGeom prst="rect">
            <a:avLst/>
          </a:prstGeom>
        </p:spPr>
      </p:pic>
      <p:sp>
        <p:nvSpPr>
          <p:cNvPr id="9" name="Subtitle 2">
            <a:extLst>
              <a:ext uri="{FF2B5EF4-FFF2-40B4-BE49-F238E27FC236}">
                <a16:creationId xmlns:a16="http://schemas.microsoft.com/office/drawing/2014/main" id="{630B8547-766A-C1C0-F3FD-0F0BC75E0143}"/>
              </a:ext>
            </a:extLst>
          </p:cNvPr>
          <p:cNvSpPr txBox="1">
            <a:spLocks/>
          </p:cNvSpPr>
          <p:nvPr userDrawn="1"/>
        </p:nvSpPr>
        <p:spPr>
          <a:xfrm>
            <a:off x="10071100" y="319506"/>
            <a:ext cx="1690688" cy="220607"/>
          </a:xfrm>
          <a:prstGeom prst="rect">
            <a:avLst/>
          </a:prstGeom>
        </p:spPr>
        <p:txBody>
          <a:bodyPr vert="horz" lIns="0" tIns="0" rIns="0" bIns="0" rtlCol="0" anchor="b" anchorCtr="0">
            <a:noAutofit/>
          </a:bodyPr>
          <a:lst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800" kern="1200">
                <a:solidFill>
                  <a:schemeClr val="bg1"/>
                </a:solidFill>
                <a:latin typeface="+mn-lt"/>
                <a:ea typeface="+mn-ea"/>
                <a:cs typeface="+mn-cs"/>
              </a:defRPr>
            </a:lvl1pPr>
            <a:lvl2pPr marL="457200" indent="0" algn="ctr" defTabSz="914400" rtl="0" eaLnBrk="1" latinLnBrk="0" hangingPunct="1">
              <a:lnSpc>
                <a:spcPct val="120000"/>
              </a:lnSpc>
              <a:spcBef>
                <a:spcPts val="0"/>
              </a:spcBef>
              <a:spcAft>
                <a:spcPts val="400"/>
              </a:spcAft>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0"/>
              </a:spcBef>
              <a:spcAft>
                <a:spcPts val="400"/>
              </a:spcAft>
              <a:buFont typeface="Sora" pitchFamily="2"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0"/>
              </a:spcBef>
              <a:spcAft>
                <a:spcPts val="4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800" dirty="0">
                <a:solidFill>
                  <a:schemeClr val="tx1"/>
                </a:solidFill>
              </a:rPr>
              <a:t>Confidential © Sia</a:t>
            </a:r>
          </a:p>
        </p:txBody>
      </p:sp>
      <p:sp>
        <p:nvSpPr>
          <p:cNvPr id="15" name="Picture Placeholder 13">
            <a:extLst>
              <a:ext uri="{FF2B5EF4-FFF2-40B4-BE49-F238E27FC236}">
                <a16:creationId xmlns:a16="http://schemas.microsoft.com/office/drawing/2014/main" id="{7B5ED9D3-3A98-D662-6708-A5C97F84437E}"/>
              </a:ext>
            </a:extLst>
          </p:cNvPr>
          <p:cNvSpPr>
            <a:spLocks noGrp="1"/>
          </p:cNvSpPr>
          <p:nvPr>
            <p:ph type="pic" sz="quarter" idx="18" hasCustomPrompt="1"/>
          </p:nvPr>
        </p:nvSpPr>
        <p:spPr>
          <a:xfrm>
            <a:off x="7442201" y="5787146"/>
            <a:ext cx="1151184" cy="572379"/>
          </a:xfrm>
        </p:spPr>
        <p:txBody>
          <a:bodyPr anchor="ctr" anchorCtr="0"/>
          <a:lstStyle>
            <a:lvl1pPr algn="ctr">
              <a:defRPr sz="1733" b="1">
                <a:solidFill>
                  <a:schemeClr val="tx1"/>
                </a:solidFill>
              </a:defRPr>
            </a:lvl1pPr>
          </a:lstStyle>
          <a:p>
            <a:r>
              <a:rPr lang="en-US" dirty="0"/>
              <a:t>Logo</a:t>
            </a:r>
          </a:p>
        </p:txBody>
      </p:sp>
      <p:sp>
        <p:nvSpPr>
          <p:cNvPr id="2" name="Picture Placeholder 13">
            <a:extLst>
              <a:ext uri="{FF2B5EF4-FFF2-40B4-BE49-F238E27FC236}">
                <a16:creationId xmlns:a16="http://schemas.microsoft.com/office/drawing/2014/main" id="{8D34EB86-40B2-8BA2-E087-020EA111682E}"/>
              </a:ext>
            </a:extLst>
          </p:cNvPr>
          <p:cNvSpPr>
            <a:spLocks noGrp="1"/>
          </p:cNvSpPr>
          <p:nvPr>
            <p:ph type="pic" sz="quarter" idx="19" hasCustomPrompt="1"/>
          </p:nvPr>
        </p:nvSpPr>
        <p:spPr>
          <a:xfrm>
            <a:off x="6021141" y="5787145"/>
            <a:ext cx="1151184" cy="572379"/>
          </a:xfrm>
        </p:spPr>
        <p:txBody>
          <a:bodyPr anchor="ctr" anchorCtr="0"/>
          <a:lstStyle>
            <a:lvl1pPr algn="ctr">
              <a:defRPr sz="1733" b="1">
                <a:solidFill>
                  <a:schemeClr val="tx1"/>
                </a:solidFill>
              </a:defRPr>
            </a:lvl1pPr>
          </a:lstStyle>
          <a:p>
            <a:r>
              <a:rPr lang="en-US" dirty="0"/>
              <a:t>Logo</a:t>
            </a:r>
          </a:p>
        </p:txBody>
      </p:sp>
    </p:spTree>
    <p:extLst>
      <p:ext uri="{BB962C8B-B14F-4D97-AF65-F5344CB8AC3E}">
        <p14:creationId xmlns:p14="http://schemas.microsoft.com/office/powerpoint/2010/main" val="2215003543"/>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_Video">
    <p:bg>
      <p:bgPr>
        <a:solidFill>
          <a:srgbClr val="04080E"/>
        </a:solidFill>
        <a:effectLst/>
      </p:bgPr>
    </p:bg>
    <p:spTree>
      <p:nvGrpSpPr>
        <p:cNvPr id="1" name=""/>
        <p:cNvGrpSpPr/>
        <p:nvPr/>
      </p:nvGrpSpPr>
      <p:grpSpPr>
        <a:xfrm>
          <a:off x="0" y="0"/>
          <a:ext cx="0" cy="0"/>
          <a:chOff x="0" y="0"/>
          <a:chExt cx="0" cy="0"/>
        </a:xfrm>
      </p:grpSpPr>
      <p:pic>
        <p:nvPicPr>
          <p:cNvPr id="9" name="Picture 8" descr="A close up of a blue background&#10;&#10;Description automatically generated">
            <a:extLst>
              <a:ext uri="{FF2B5EF4-FFF2-40B4-BE49-F238E27FC236}">
                <a16:creationId xmlns:a16="http://schemas.microsoft.com/office/drawing/2014/main" id="{6CAA7036-17C3-6D70-B81A-137D24DE965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57861" y="90106"/>
            <a:ext cx="11754160" cy="6672690"/>
          </a:xfrm>
          <a:prstGeom prst="rect">
            <a:avLst/>
          </a:prstGeom>
        </p:spPr>
      </p:pic>
      <p:sp>
        <p:nvSpPr>
          <p:cNvPr id="10" name="Footer Placeholder 9">
            <a:extLst>
              <a:ext uri="{FF2B5EF4-FFF2-40B4-BE49-F238E27FC236}">
                <a16:creationId xmlns:a16="http://schemas.microsoft.com/office/drawing/2014/main" id="{DB66C493-19A7-5059-8FEC-D17690377A3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199F1F1E-A638-CF53-E56C-7006E4BF82DF}"/>
              </a:ext>
            </a:extLst>
          </p:cNvPr>
          <p:cNvSpPr>
            <a:spLocks noGrp="1"/>
          </p:cNvSpPr>
          <p:nvPr>
            <p:ph type="sldNum" sz="quarter" idx="12"/>
          </p:nvPr>
        </p:nvSpPr>
        <p:spPr/>
        <p:txBody>
          <a:bodyPr/>
          <a:lstStyle>
            <a:lvl1pPr>
              <a:defRPr>
                <a:solidFill>
                  <a:schemeClr val="bg1"/>
                </a:solidFill>
              </a:defRPr>
            </a:lvl1pPr>
          </a:lstStyle>
          <a:p>
            <a:fld id="{AEAD572E-2F50-43BC-A5A3-42ECFACCA1CC}" type="slidenum">
              <a:rPr lang="en-US" smtClean="0"/>
              <a:pPr/>
              <a:t>‹N°›</a:t>
            </a:fld>
            <a:endParaRPr lang="en-US"/>
          </a:p>
        </p:txBody>
      </p:sp>
      <p:sp>
        <p:nvSpPr>
          <p:cNvPr id="5" name="Shape">
            <a:extLst>
              <a:ext uri="{FF2B5EF4-FFF2-40B4-BE49-F238E27FC236}">
                <a16:creationId xmlns:a16="http://schemas.microsoft.com/office/drawing/2014/main" id="{6CD18DD4-74F2-01F3-CBFB-036A35D69EEB}"/>
              </a:ext>
            </a:extLst>
          </p:cNvPr>
          <p:cNvSpPr/>
          <p:nvPr userDrawn="1"/>
        </p:nvSpPr>
        <p:spPr>
          <a:xfrm>
            <a:off x="9064" y="0"/>
            <a:ext cx="12182938" cy="685290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lnTo>
                  <a:pt x="0" y="0"/>
                </a:lnTo>
                <a:close/>
                <a:moveTo>
                  <a:pt x="1110" y="2587"/>
                </a:moveTo>
                <a:lnTo>
                  <a:pt x="20468" y="2587"/>
                </a:lnTo>
                <a:cubicBezTo>
                  <a:pt x="20525" y="2587"/>
                  <a:pt x="20570" y="2587"/>
                  <a:pt x="20607" y="2591"/>
                </a:cubicBezTo>
                <a:cubicBezTo>
                  <a:pt x="20644" y="2595"/>
                  <a:pt x="20672" y="2603"/>
                  <a:pt x="20695" y="2620"/>
                </a:cubicBezTo>
                <a:cubicBezTo>
                  <a:pt x="20728" y="2641"/>
                  <a:pt x="20757" y="2675"/>
                  <a:pt x="20781" y="2717"/>
                </a:cubicBezTo>
                <a:cubicBezTo>
                  <a:pt x="20805" y="2760"/>
                  <a:pt x="20824" y="2812"/>
                  <a:pt x="20835" y="2870"/>
                </a:cubicBezTo>
                <a:cubicBezTo>
                  <a:pt x="20845" y="2910"/>
                  <a:pt x="20850" y="2961"/>
                  <a:pt x="20852" y="3026"/>
                </a:cubicBezTo>
                <a:cubicBezTo>
                  <a:pt x="20854" y="3092"/>
                  <a:pt x="20854" y="3173"/>
                  <a:pt x="20854" y="3273"/>
                </a:cubicBezTo>
                <a:lnTo>
                  <a:pt x="20854" y="19640"/>
                </a:lnTo>
                <a:cubicBezTo>
                  <a:pt x="20854" y="19741"/>
                  <a:pt x="20854" y="19821"/>
                  <a:pt x="20852" y="19887"/>
                </a:cubicBezTo>
                <a:cubicBezTo>
                  <a:pt x="20850" y="19953"/>
                  <a:pt x="20845" y="20003"/>
                  <a:pt x="20835" y="20043"/>
                </a:cubicBezTo>
                <a:cubicBezTo>
                  <a:pt x="20824" y="20101"/>
                  <a:pt x="20805" y="20153"/>
                  <a:pt x="20781" y="20196"/>
                </a:cubicBezTo>
                <a:cubicBezTo>
                  <a:pt x="20757" y="20239"/>
                  <a:pt x="20728" y="20272"/>
                  <a:pt x="20695" y="20293"/>
                </a:cubicBezTo>
                <a:cubicBezTo>
                  <a:pt x="20672" y="20310"/>
                  <a:pt x="20644" y="20318"/>
                  <a:pt x="20607" y="20323"/>
                </a:cubicBezTo>
                <a:cubicBezTo>
                  <a:pt x="20570" y="20327"/>
                  <a:pt x="20525" y="20327"/>
                  <a:pt x="20468" y="20327"/>
                </a:cubicBezTo>
                <a:lnTo>
                  <a:pt x="1110" y="20327"/>
                </a:lnTo>
                <a:cubicBezTo>
                  <a:pt x="1054" y="20327"/>
                  <a:pt x="1008" y="20327"/>
                  <a:pt x="972" y="20323"/>
                </a:cubicBezTo>
                <a:cubicBezTo>
                  <a:pt x="935" y="20318"/>
                  <a:pt x="906" y="20310"/>
                  <a:pt x="884" y="20293"/>
                </a:cubicBezTo>
                <a:cubicBezTo>
                  <a:pt x="851" y="20272"/>
                  <a:pt x="822" y="20239"/>
                  <a:pt x="798" y="20196"/>
                </a:cubicBezTo>
                <a:cubicBezTo>
                  <a:pt x="774" y="20153"/>
                  <a:pt x="755" y="20101"/>
                  <a:pt x="743" y="20043"/>
                </a:cubicBezTo>
                <a:cubicBezTo>
                  <a:pt x="734" y="20003"/>
                  <a:pt x="729" y="19953"/>
                  <a:pt x="726" y="19887"/>
                </a:cubicBezTo>
                <a:cubicBezTo>
                  <a:pt x="724" y="19821"/>
                  <a:pt x="724" y="19741"/>
                  <a:pt x="724" y="19640"/>
                </a:cubicBezTo>
                <a:lnTo>
                  <a:pt x="724" y="3273"/>
                </a:lnTo>
                <a:cubicBezTo>
                  <a:pt x="724" y="3173"/>
                  <a:pt x="724" y="3092"/>
                  <a:pt x="726" y="3026"/>
                </a:cubicBezTo>
                <a:cubicBezTo>
                  <a:pt x="729" y="2961"/>
                  <a:pt x="734" y="2910"/>
                  <a:pt x="743" y="2870"/>
                </a:cubicBezTo>
                <a:cubicBezTo>
                  <a:pt x="755" y="2812"/>
                  <a:pt x="774" y="2760"/>
                  <a:pt x="798" y="2717"/>
                </a:cubicBezTo>
                <a:cubicBezTo>
                  <a:pt x="822" y="2675"/>
                  <a:pt x="851" y="2641"/>
                  <a:pt x="884" y="2620"/>
                </a:cubicBezTo>
                <a:cubicBezTo>
                  <a:pt x="906" y="2603"/>
                  <a:pt x="935" y="2595"/>
                  <a:pt x="972" y="2591"/>
                </a:cubicBezTo>
                <a:cubicBezTo>
                  <a:pt x="1008" y="2587"/>
                  <a:pt x="1054" y="2587"/>
                  <a:pt x="1110" y="2587"/>
                </a:cubicBezTo>
                <a:close/>
              </a:path>
            </a:pathLst>
          </a:custGeom>
          <a:solidFill>
            <a:schemeClr val="tx2"/>
          </a:solidFill>
          <a:ln w="12700">
            <a:miter lim="400000"/>
          </a:ln>
        </p:spPr>
        <p:txBody>
          <a:bodyPr lIns="0" tIns="0" rIns="0" bIns="0"/>
          <a:lstStyle/>
          <a:p>
            <a:endParaRPr sz="2700"/>
          </a:p>
        </p:txBody>
      </p:sp>
      <p:sp>
        <p:nvSpPr>
          <p:cNvPr id="16" name="Slide Number Placeholder 5">
            <a:extLst>
              <a:ext uri="{FF2B5EF4-FFF2-40B4-BE49-F238E27FC236}">
                <a16:creationId xmlns:a16="http://schemas.microsoft.com/office/drawing/2014/main" id="{8D45FBDF-5F77-84BD-E0B3-1B988342FAD7}"/>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7" name="Straight Connector 16">
            <a:extLst>
              <a:ext uri="{FF2B5EF4-FFF2-40B4-BE49-F238E27FC236}">
                <a16:creationId xmlns:a16="http://schemas.microsoft.com/office/drawing/2014/main" id="{205C4800-EB97-D79C-BC7F-650CD782D8D4}"/>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5509565"/>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guide id="2" pos="50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_Level-2_Navy">
    <p:bg>
      <p:bgPr>
        <a:solidFill>
          <a:schemeClr val="tx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bg1"/>
                </a:solidFill>
              </a:defRPr>
            </a:lvl1pPr>
            <a:lvl2pPr marL="0" indent="0">
              <a:lnSpc>
                <a:spcPct val="100000"/>
              </a:lnSpc>
              <a:spcAft>
                <a:spcPts val="0"/>
              </a:spcAft>
              <a:buFont typeface="Arial" panose="020B0604020202020204" pitchFamily="34" charset="0"/>
              <a:buNone/>
              <a:defRPr sz="3000" spc="-50" baseline="0">
                <a:solidFill>
                  <a:schemeClr val="accent1"/>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click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3" name="Straight Connector 12">
            <a:extLst>
              <a:ext uri="{FF2B5EF4-FFF2-40B4-BE49-F238E27FC236}">
                <a16:creationId xmlns:a16="http://schemas.microsoft.com/office/drawing/2014/main" id="{0D915684-9903-DB26-EEF4-AC770A43CE35}"/>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ext Placeholder 13">
            <a:extLst>
              <a:ext uri="{FF2B5EF4-FFF2-40B4-BE49-F238E27FC236}">
                <a16:creationId xmlns:a16="http://schemas.microsoft.com/office/drawing/2014/main" id="{161B9496-A6F5-09E2-6C94-3609E369215B}"/>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bg1"/>
                </a:solidFill>
              </a:defRPr>
            </a:lvl1pPr>
          </a:lstStyle>
          <a:p>
            <a:pPr lvl="0"/>
            <a:r>
              <a:rPr lang="en-US" dirty="0"/>
              <a:t>Optional eyebrow</a:t>
            </a:r>
          </a:p>
        </p:txBody>
      </p:sp>
      <p:sp>
        <p:nvSpPr>
          <p:cNvPr id="3" name="Footer Placeholder 2">
            <a:extLst>
              <a:ext uri="{FF2B5EF4-FFF2-40B4-BE49-F238E27FC236}">
                <a16:creationId xmlns:a16="http://schemas.microsoft.com/office/drawing/2014/main" id="{FE1BFA3C-10B0-F602-F142-7718996C4174}"/>
              </a:ext>
            </a:extLst>
          </p:cNvPr>
          <p:cNvSpPr>
            <a:spLocks noGrp="1"/>
          </p:cNvSpPr>
          <p:nvPr>
            <p:ph type="ftr" sz="quarter" idx="15"/>
          </p:nvPr>
        </p:nvSpPr>
        <p:spPr>
          <a:xfrm>
            <a:off x="1197688" y="252569"/>
            <a:ext cx="4517032" cy="284957"/>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1310470997"/>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_Level-2_Gray">
    <p:bg>
      <p:bgPr>
        <a:solidFill>
          <a:schemeClr val="accent4"/>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bg1"/>
                </a:solidFill>
              </a:defRPr>
            </a:lvl1pPr>
            <a:lvl2pPr marL="0" indent="0">
              <a:lnSpc>
                <a:spcPct val="100000"/>
              </a:lnSpc>
              <a:spcAft>
                <a:spcPts val="0"/>
              </a:spcAft>
              <a:buFont typeface="Arial" panose="020B0604020202020204" pitchFamily="34" charset="0"/>
              <a:buNone/>
              <a:defRPr sz="3000" spc="-50" baseline="0">
                <a:solidFill>
                  <a:schemeClr val="accent1"/>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bg1"/>
                </a:solidFill>
              </a:rPr>
              <a:pPr/>
              <a:t>‹N°›</a:t>
            </a:fld>
            <a:endParaRPr lang="en-US" sz="800">
              <a:solidFill>
                <a:schemeClr val="bg1"/>
              </a:solidFill>
            </a:endParaRPr>
          </a:p>
        </p:txBody>
      </p:sp>
      <p:cxnSp>
        <p:nvCxnSpPr>
          <p:cNvPr id="13" name="Straight Connector 12">
            <a:extLst>
              <a:ext uri="{FF2B5EF4-FFF2-40B4-BE49-F238E27FC236}">
                <a16:creationId xmlns:a16="http://schemas.microsoft.com/office/drawing/2014/main" id="{0D915684-9903-DB26-EEF4-AC770A43CE35}"/>
              </a:ext>
            </a:extLst>
          </p:cNvPr>
          <p:cNvCxnSpPr>
            <a:cxnSpLocks/>
          </p:cNvCxnSpPr>
          <p:nvPr userDrawn="1"/>
        </p:nvCxnSpPr>
        <p:spPr>
          <a:xfrm flipH="1">
            <a:off x="804864" y="1"/>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ext Placeholder 13">
            <a:extLst>
              <a:ext uri="{FF2B5EF4-FFF2-40B4-BE49-F238E27FC236}">
                <a16:creationId xmlns:a16="http://schemas.microsoft.com/office/drawing/2014/main" id="{F4E5A5EC-3413-8E20-773C-B3A83495D1E5}"/>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bg1"/>
                </a:solidFill>
              </a:defRPr>
            </a:lvl1pPr>
          </a:lstStyle>
          <a:p>
            <a:pPr lvl="0"/>
            <a:r>
              <a:rPr lang="en-US" dirty="0"/>
              <a:t>Optional eyebrow</a:t>
            </a:r>
          </a:p>
        </p:txBody>
      </p:sp>
      <p:sp>
        <p:nvSpPr>
          <p:cNvPr id="3" name="Footer Placeholder 2">
            <a:extLst>
              <a:ext uri="{FF2B5EF4-FFF2-40B4-BE49-F238E27FC236}">
                <a16:creationId xmlns:a16="http://schemas.microsoft.com/office/drawing/2014/main" id="{5146D3AE-E0F9-F3F0-73F9-6B315F414A3F}"/>
              </a:ext>
            </a:extLst>
          </p:cNvPr>
          <p:cNvSpPr>
            <a:spLocks noGrp="1"/>
          </p:cNvSpPr>
          <p:nvPr>
            <p:ph type="ftr" sz="quarter" idx="15"/>
          </p:nvPr>
        </p:nvSpPr>
        <p:spPr>
          <a:xfrm>
            <a:off x="1197688" y="252569"/>
            <a:ext cx="4517032" cy="284957"/>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1770801629"/>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Level-2_Lt. Gray">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9A9F18-21F8-4030-B929-BA51376781C8}"/>
              </a:ext>
            </a:extLst>
          </p:cNvPr>
          <p:cNvSpPr>
            <a:spLocks noGrp="1"/>
          </p:cNvSpPr>
          <p:nvPr>
            <p:ph type="body" sz="quarter" idx="11" hasCustomPrompt="1"/>
          </p:nvPr>
        </p:nvSpPr>
        <p:spPr>
          <a:xfrm>
            <a:off x="428626" y="2547611"/>
            <a:ext cx="8456613" cy="1881188"/>
          </a:xfrm>
        </p:spPr>
        <p:txBody>
          <a:bodyPr/>
          <a:lstStyle>
            <a:lvl1pPr>
              <a:lnSpc>
                <a:spcPct val="100000"/>
              </a:lnSpc>
              <a:spcAft>
                <a:spcPts val="600"/>
              </a:spcAft>
              <a:defRPr sz="4000" spc="-50" baseline="0">
                <a:solidFill>
                  <a:schemeClr val="tx1"/>
                </a:solidFill>
              </a:defRPr>
            </a:lvl1pPr>
            <a:lvl2pPr marL="0" indent="0">
              <a:lnSpc>
                <a:spcPct val="100000"/>
              </a:lnSpc>
              <a:spcAft>
                <a:spcPts val="0"/>
              </a:spcAft>
              <a:buFont typeface="Arial" panose="020B0604020202020204" pitchFamily="34" charset="0"/>
              <a:buNone/>
              <a:defRPr sz="3000" spc="-50" baseline="0">
                <a:solidFill>
                  <a:schemeClr val="accent2"/>
                </a:solidFill>
              </a:defRPr>
            </a:lvl2pPr>
            <a:lvl3pPr>
              <a:defRPr sz="2800">
                <a:solidFill>
                  <a:schemeClr val="accent1"/>
                </a:solidFill>
              </a:defRPr>
            </a:lvl3pPr>
            <a:lvl4pPr>
              <a:defRPr sz="2800">
                <a:solidFill>
                  <a:schemeClr val="accent1"/>
                </a:solidFill>
              </a:defRPr>
            </a:lvl4pPr>
            <a:lvl5pPr>
              <a:defRPr sz="2800">
                <a:solidFill>
                  <a:schemeClr val="accent1"/>
                </a:solidFill>
              </a:defRPr>
            </a:lvl5pPr>
          </a:lstStyle>
          <a:p>
            <a:pPr lvl="0"/>
            <a:r>
              <a:rPr lang="en-US" dirty="0"/>
              <a:t>Divider title, c to edit Master text styles</a:t>
            </a:r>
          </a:p>
          <a:p>
            <a:pPr lvl="1"/>
            <a:r>
              <a:rPr lang="en-US" dirty="0"/>
              <a:t>/ Second level </a:t>
            </a:r>
            <a:r>
              <a:rPr lang="en-US" spc="-100" dirty="0">
                <a:sym typeface="Wingdings 3" panose="05040102010807070707" pitchFamily="18" charset="2"/>
              </a:rPr>
              <a:t></a:t>
            </a:r>
            <a:endParaRPr lang="en-US" dirty="0"/>
          </a:p>
        </p:txBody>
      </p:sp>
      <p:sp>
        <p:nvSpPr>
          <p:cNvPr id="10" name="Slide Number Placeholder 10">
            <a:extLst>
              <a:ext uri="{FF2B5EF4-FFF2-40B4-BE49-F238E27FC236}">
                <a16:creationId xmlns:a16="http://schemas.microsoft.com/office/drawing/2014/main" id="{3B96EB6F-CABD-DDF9-AB04-5E5D2C00B630}"/>
              </a:ext>
            </a:extLst>
          </p:cNvPr>
          <p:cNvSpPr>
            <a:spLocks noGrp="1"/>
          </p:cNvSpPr>
          <p:nvPr>
            <p:ph type="sldNum" sz="quarter" idx="12"/>
          </p:nvPr>
        </p:nvSpPr>
        <p:spPr>
          <a:xfrm>
            <a:off x="428626" y="226993"/>
            <a:ext cx="345302" cy="310533"/>
          </a:xfrm>
        </p:spPr>
        <p:txBody>
          <a:bodyPr/>
          <a:lstStyle>
            <a:lvl1pPr>
              <a:defRPr>
                <a:solidFill>
                  <a:schemeClr val="bg1"/>
                </a:solidFill>
              </a:defRPr>
            </a:lvl1pPr>
          </a:lstStyle>
          <a:p>
            <a:fld id="{AEAD572E-2F50-43BC-A5A3-42ECFACCA1CC}" type="slidenum">
              <a:rPr lang="en-US" smtClean="0"/>
              <a:pPr/>
              <a:t>‹N°›</a:t>
            </a:fld>
            <a:endParaRPr lang="en-US"/>
          </a:p>
        </p:txBody>
      </p:sp>
      <p:sp>
        <p:nvSpPr>
          <p:cNvPr id="12" name="Slide Number Placeholder 5">
            <a:extLst>
              <a:ext uri="{FF2B5EF4-FFF2-40B4-BE49-F238E27FC236}">
                <a16:creationId xmlns:a16="http://schemas.microsoft.com/office/drawing/2014/main" id="{6ED2244E-944D-6314-0C93-E80FBF865D10}"/>
              </a:ext>
            </a:extLst>
          </p:cNvPr>
          <p:cNvSpPr txBox="1">
            <a:spLocks/>
          </p:cNvSpPr>
          <p:nvPr userDrawn="1"/>
        </p:nvSpPr>
        <p:spPr>
          <a:xfrm>
            <a:off x="428626" y="226993"/>
            <a:ext cx="345302" cy="310533"/>
          </a:xfrm>
          <a:prstGeom prst="rect">
            <a:avLst/>
          </a:prstGeom>
        </p:spPr>
        <p:txBody>
          <a:bodyPr vert="horz" lIns="0" tIns="0" rIns="0" bIns="0" rtlCol="0" anchor="b" anchorCtr="0"/>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D572E-2F50-43BC-A5A3-42ECFACCA1CC}" type="slidenum">
              <a:rPr lang="en-US" sz="800" smtClean="0">
                <a:solidFill>
                  <a:schemeClr val="tx1"/>
                </a:solidFill>
              </a:rPr>
              <a:pPr/>
              <a:t>‹N°›</a:t>
            </a:fld>
            <a:endParaRPr lang="en-US" sz="800" dirty="0">
              <a:solidFill>
                <a:schemeClr val="tx1"/>
              </a:solidFill>
            </a:endParaRPr>
          </a:p>
        </p:txBody>
      </p:sp>
      <p:sp>
        <p:nvSpPr>
          <p:cNvPr id="3" name="Text Placeholder 13">
            <a:extLst>
              <a:ext uri="{FF2B5EF4-FFF2-40B4-BE49-F238E27FC236}">
                <a16:creationId xmlns:a16="http://schemas.microsoft.com/office/drawing/2014/main" id="{CC1721BC-9C8A-C2E4-5028-EF742AFCA380}"/>
              </a:ext>
            </a:extLst>
          </p:cNvPr>
          <p:cNvSpPr>
            <a:spLocks noGrp="1"/>
          </p:cNvSpPr>
          <p:nvPr>
            <p:ph type="body" sz="quarter" idx="14" hasCustomPrompt="1"/>
          </p:nvPr>
        </p:nvSpPr>
        <p:spPr>
          <a:xfrm>
            <a:off x="428625" y="2255474"/>
            <a:ext cx="3632200" cy="243560"/>
          </a:xfrm>
        </p:spPr>
        <p:txBody>
          <a:bodyPr anchor="b" anchorCtr="0"/>
          <a:lstStyle>
            <a:lvl1pPr>
              <a:defRPr sz="900" cap="all" baseline="0">
                <a:solidFill>
                  <a:schemeClr val="tx1"/>
                </a:solidFill>
              </a:defRPr>
            </a:lvl1pPr>
          </a:lstStyle>
          <a:p>
            <a:pPr lvl="0"/>
            <a:r>
              <a:rPr lang="en-US" dirty="0"/>
              <a:t>Optional eyebrow</a:t>
            </a:r>
          </a:p>
        </p:txBody>
      </p:sp>
      <p:sp>
        <p:nvSpPr>
          <p:cNvPr id="4" name="Footer Placeholder 2">
            <a:extLst>
              <a:ext uri="{FF2B5EF4-FFF2-40B4-BE49-F238E27FC236}">
                <a16:creationId xmlns:a16="http://schemas.microsoft.com/office/drawing/2014/main" id="{D9A5D74C-63D0-135E-D02C-1A829A13A40B}"/>
              </a:ext>
            </a:extLst>
          </p:cNvPr>
          <p:cNvSpPr>
            <a:spLocks noGrp="1"/>
          </p:cNvSpPr>
          <p:nvPr>
            <p:ph type="ftr" sz="quarter" idx="15"/>
          </p:nvPr>
        </p:nvSpPr>
        <p:spPr>
          <a:xfrm>
            <a:off x="1197688" y="252569"/>
            <a:ext cx="4517032" cy="284957"/>
          </a:xfrm>
        </p:spPr>
        <p:txBody>
          <a:bodyPr/>
          <a:lstStyle>
            <a:lvl1pPr>
              <a:defRPr>
                <a:solidFill>
                  <a:schemeClr val="tx1"/>
                </a:solidFill>
              </a:defRPr>
            </a:lvl1pPr>
          </a:lstStyle>
          <a:p>
            <a:endParaRPr lang="en-US" dirty="0"/>
          </a:p>
        </p:txBody>
      </p:sp>
      <p:cxnSp>
        <p:nvCxnSpPr>
          <p:cNvPr id="2" name="Straight Connector 1">
            <a:extLst>
              <a:ext uri="{FF2B5EF4-FFF2-40B4-BE49-F238E27FC236}">
                <a16:creationId xmlns:a16="http://schemas.microsoft.com/office/drawing/2014/main" id="{1FDBDB39-030A-44B1-ABD1-8321D9BD350D}"/>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9394147"/>
      </p:ext>
    </p:extLst>
  </p:cSld>
  <p:clrMapOvr>
    <a:masterClrMapping/>
  </p:clrMapOvr>
  <p:transition>
    <p:fade/>
  </p:transition>
  <p:extLst>
    <p:ext uri="{DCECCB84-F9BA-43D5-87BE-67443E8EF086}">
      <p15:sldGuideLst xmlns:p15="http://schemas.microsoft.com/office/powerpoint/2012/main">
        <p15:guide id="1" orient="horz" pos="170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Text_1-Column_Subhe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6" y="2012702"/>
            <a:ext cx="8456613" cy="4464298"/>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D0416F3-D18A-C9C1-3F3F-7BB1F9FD763D}"/>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55808409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arge-Text_1-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6" y="1524001"/>
            <a:ext cx="8456613" cy="4953000"/>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213983150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Text_2-Column_Subhe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5" y="2018772"/>
            <a:ext cx="5548313" cy="4458230"/>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2018772"/>
            <a:ext cx="5548313" cy="4458229"/>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951479416"/>
      </p:ext>
    </p:extLst>
  </p:cSld>
  <p:clrMapOvr>
    <a:masterClrMapping/>
  </p:clrMapOvr>
  <p:transition>
    <p:fade/>
  </p:transition>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Text_2-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5" y="1524000"/>
            <a:ext cx="5548313" cy="4953002"/>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1524000"/>
            <a:ext cx="5548313" cy="4953001"/>
          </a:xfrm>
        </p:spPr>
        <p:txBody>
          <a:bodyPr/>
          <a:lstStyle>
            <a:lvl1pPr>
              <a:defRPr/>
            </a:lvl1pPr>
            <a:lvl2pPr>
              <a:defRPr/>
            </a:lvl2pPr>
            <a:lvl3pPr>
              <a:defRPr/>
            </a:lvl3pPr>
            <a:lvl4pPr>
              <a:defRPr/>
            </a:lvl4pPr>
            <a:lvl5pPr>
              <a:defRPr/>
            </a:lvl5pPr>
          </a:lstStyle>
          <a:p>
            <a:pPr lvl="0"/>
            <a:r>
              <a:rPr lang="en-US"/>
              <a:t>Body text, click to edit Master text styles</a:t>
            </a:r>
          </a:p>
          <a:p>
            <a:pPr lvl="1"/>
            <a:r>
              <a:rPr lang="en-US"/>
              <a:t>First level bullet </a:t>
            </a:r>
            <a:r>
              <a:rPr lang="en-US" spc="-100">
                <a:sym typeface="Wingdings 3" panose="05040102010807070707" pitchFamily="18" charset="2"/>
              </a:rPr>
              <a:t></a:t>
            </a:r>
            <a:endParaRPr lang="en-US"/>
          </a:p>
          <a:p>
            <a:pPr lvl="2"/>
            <a:r>
              <a:rPr lang="en-US"/>
              <a:t>Second level bullet </a:t>
            </a:r>
            <a:r>
              <a:rPr lang="en-US" spc="-100">
                <a:sym typeface="Wingdings 3" panose="05040102010807070707" pitchFamily="18" charset="2"/>
              </a:rPr>
              <a:t></a:t>
            </a:r>
            <a:endParaRPr lang="en-US"/>
          </a:p>
          <a:p>
            <a:pPr lvl="3"/>
            <a:r>
              <a:rPr lang="en-US"/>
              <a:t>Third level bullet </a:t>
            </a:r>
            <a:r>
              <a:rPr lang="en-US" spc="-100">
                <a:sym typeface="Wingdings 3" panose="05040102010807070707" pitchFamily="18" charset="2"/>
              </a:rPr>
              <a:t></a:t>
            </a:r>
            <a:endParaRPr lang="en-US"/>
          </a:p>
          <a:p>
            <a:pPr lvl="4"/>
            <a:r>
              <a:rPr lang="en-US"/>
              <a:t>Fourth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3685408066"/>
      </p:ext>
    </p:extLst>
  </p:cSld>
  <p:clrMapOvr>
    <a:masterClrMapping/>
  </p:clrMapOvr>
  <p:transition>
    <p:fade/>
  </p:transition>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_Titl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2" name="Title 1">
            <a:extLst>
              <a:ext uri="{FF2B5EF4-FFF2-40B4-BE49-F238E27FC236}">
                <a16:creationId xmlns:a16="http://schemas.microsoft.com/office/drawing/2014/main" id="{B6BA9808-2748-F9C8-BC3C-63BFF8171A66}"/>
              </a:ext>
            </a:extLst>
          </p:cNvPr>
          <p:cNvSpPr>
            <a:spLocks noGrp="1"/>
          </p:cNvSpPr>
          <p:nvPr>
            <p:ph type="title" hasCustomPrompt="1"/>
          </p:nvPr>
        </p:nvSpPr>
        <p:spPr/>
        <p:txBody>
          <a:bodyPr/>
          <a:lstStyle/>
          <a:p>
            <a:r>
              <a:rPr lang="en-US" dirty="0"/>
              <a:t>Main-title, click to edit Master title style</a:t>
            </a:r>
          </a:p>
        </p:txBody>
      </p:sp>
    </p:spTree>
    <p:extLst>
      <p:ext uri="{BB962C8B-B14F-4D97-AF65-F5344CB8AC3E}">
        <p14:creationId xmlns:p14="http://schemas.microsoft.com/office/powerpoint/2010/main" val="8631735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40029306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rge_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6" name="Text Placeholder 5">
            <a:extLst>
              <a:ext uri="{FF2B5EF4-FFF2-40B4-BE49-F238E27FC236}">
                <a16:creationId xmlns:a16="http://schemas.microsoft.com/office/drawing/2014/main" id="{056D4CE1-F99E-5F52-6DB0-721BD365B909}"/>
              </a:ext>
            </a:extLst>
          </p:cNvPr>
          <p:cNvSpPr>
            <a:spLocks noGrp="1"/>
          </p:cNvSpPr>
          <p:nvPr>
            <p:ph type="body" sz="quarter" idx="13"/>
          </p:nvPr>
        </p:nvSpPr>
        <p:spPr>
          <a:xfrm>
            <a:off x="1239520" y="1927014"/>
            <a:ext cx="9641841" cy="4549987"/>
          </a:xfrm>
        </p:spPr>
        <p:txBody>
          <a:bodyPr/>
          <a:lstStyle>
            <a:lvl1pPr>
              <a:lnSpc>
                <a:spcPct val="100000"/>
              </a:lnSpc>
              <a:spcAft>
                <a:spcPts val="2400"/>
              </a:spcAft>
              <a:defRPr sz="2100"/>
            </a:lvl1pPr>
            <a:lvl2pPr marL="341330" indent="-341330">
              <a:lnSpc>
                <a:spcPct val="100000"/>
              </a:lnSpc>
              <a:spcAft>
                <a:spcPts val="900"/>
              </a:spcAft>
              <a:defRPr sz="2100"/>
            </a:lvl2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p:txBody>
      </p:sp>
    </p:spTree>
    <p:extLst>
      <p:ext uri="{BB962C8B-B14F-4D97-AF65-F5344CB8AC3E}">
        <p14:creationId xmlns:p14="http://schemas.microsoft.com/office/powerpoint/2010/main" val="392426213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_Image-L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6" name="Text Placeholder 5">
            <a:extLst>
              <a:ext uri="{FF2B5EF4-FFF2-40B4-BE49-F238E27FC236}">
                <a16:creationId xmlns:a16="http://schemas.microsoft.com/office/drawing/2014/main" id="{056D4CE1-F99E-5F52-6DB0-721BD365B909}"/>
              </a:ext>
            </a:extLst>
          </p:cNvPr>
          <p:cNvSpPr>
            <a:spLocks noGrp="1"/>
          </p:cNvSpPr>
          <p:nvPr>
            <p:ph type="body" sz="quarter" idx="13"/>
          </p:nvPr>
        </p:nvSpPr>
        <p:spPr>
          <a:xfrm>
            <a:off x="405513" y="1723348"/>
            <a:ext cx="6597665" cy="2939659"/>
          </a:xfrm>
        </p:spPr>
        <p:txBody>
          <a:bodyPr/>
          <a:lstStyle>
            <a:lvl1pPr>
              <a:lnSpc>
                <a:spcPct val="120000"/>
              </a:lnSpc>
              <a:spcAft>
                <a:spcPts val="1200"/>
              </a:spcAft>
              <a:defRPr sz="1467"/>
            </a:lvl1pPr>
            <a:lvl2pPr marL="190510" indent="-190510">
              <a:lnSpc>
                <a:spcPct val="120000"/>
              </a:lnSpc>
              <a:spcAft>
                <a:spcPts val="900"/>
              </a:spcAft>
              <a:defRPr sz="1467"/>
            </a:lvl2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p:txBody>
      </p:sp>
      <p:sp>
        <p:nvSpPr>
          <p:cNvPr id="8" name="Text Placeholder 14">
            <a:extLst>
              <a:ext uri="{FF2B5EF4-FFF2-40B4-BE49-F238E27FC236}">
                <a16:creationId xmlns:a16="http://schemas.microsoft.com/office/drawing/2014/main" id="{A1E6DF55-35E6-6547-4546-C5D5D93849EE}"/>
              </a:ext>
            </a:extLst>
          </p:cNvPr>
          <p:cNvSpPr>
            <a:spLocks noGrp="1"/>
          </p:cNvSpPr>
          <p:nvPr>
            <p:ph type="body" sz="quarter" idx="24" hasCustomPrompt="1"/>
          </p:nvPr>
        </p:nvSpPr>
        <p:spPr>
          <a:xfrm>
            <a:off x="405513" y="4864879"/>
            <a:ext cx="3857625" cy="575883"/>
          </a:xfrm>
          <a:prstGeom prst="rect">
            <a:avLst/>
          </a:prstGeom>
          <a:noFill/>
          <a:ln w="12700">
            <a:noFill/>
          </a:ln>
        </p:spPr>
        <p:txBody>
          <a:bodyPr wrap="square" lIns="0" tIns="0" rIns="0">
            <a:noAutofit/>
          </a:bodyPr>
          <a:lstStyle>
            <a:lvl1pPr>
              <a:lnSpc>
                <a:spcPct val="100000"/>
              </a:lnSpc>
              <a:spcAft>
                <a:spcPts val="400"/>
              </a:spcAft>
              <a:defRPr sz="1200" b="0">
                <a:solidFill>
                  <a:schemeClr val="accent2"/>
                </a:solidFill>
                <a:latin typeface="Sora-SIA SemiBold" pitchFamily="2" charset="0"/>
                <a:cs typeface="Sora-SIA SemiBold" pitchFamily="2" charset="0"/>
              </a:defRPr>
            </a:lvl1pPr>
            <a:lvl2pPr marL="0" indent="0">
              <a:lnSpc>
                <a:spcPct val="100000"/>
              </a:lnSpc>
              <a:spcBef>
                <a:spcPts val="0"/>
              </a:spcBef>
              <a:spcAft>
                <a:spcPts val="0"/>
              </a:spcAft>
              <a:buFontTx/>
              <a:buNone/>
              <a:defRPr sz="1200" b="0">
                <a:solidFill>
                  <a:srgbClr val="455669"/>
                </a:solidFill>
              </a:defRPr>
            </a:lvl2pPr>
          </a:lstStyle>
          <a:p>
            <a:pPr lvl="0"/>
            <a:r>
              <a:rPr lang="en-US"/>
              <a:t>Name</a:t>
            </a:r>
          </a:p>
          <a:p>
            <a:pPr lvl="1"/>
            <a:r>
              <a:rPr lang="en-US"/>
              <a:t>Title </a:t>
            </a:r>
            <a:r>
              <a:rPr lang="en-US" spc="-100">
                <a:sym typeface="Wingdings 3" panose="05040102010807070707" pitchFamily="18" charset="2"/>
              </a:rPr>
              <a:t></a:t>
            </a:r>
            <a:endParaRPr lang="en-US"/>
          </a:p>
        </p:txBody>
      </p:sp>
      <p:sp>
        <p:nvSpPr>
          <p:cNvPr id="12" name="Picture Placeholder 11">
            <a:extLst>
              <a:ext uri="{FF2B5EF4-FFF2-40B4-BE49-F238E27FC236}">
                <a16:creationId xmlns:a16="http://schemas.microsoft.com/office/drawing/2014/main" id="{74E36917-0680-5A7B-9163-E39E38AEFA0F}"/>
              </a:ext>
            </a:extLst>
          </p:cNvPr>
          <p:cNvSpPr>
            <a:spLocks noGrp="1"/>
          </p:cNvSpPr>
          <p:nvPr>
            <p:ph type="pic" sz="quarter" idx="25"/>
          </p:nvPr>
        </p:nvSpPr>
        <p:spPr>
          <a:xfrm>
            <a:off x="7176524" y="1143000"/>
            <a:ext cx="5015477" cy="5715000"/>
          </a:xfrm>
        </p:spPr>
        <p:txBody>
          <a:bodyPr anchor="ctr" anchorCtr="0"/>
          <a:lstStyle>
            <a:lvl1pPr algn="ctr">
              <a:defRPr sz="1067"/>
            </a:lvl1pPr>
          </a:lstStyle>
          <a:p>
            <a:endParaRPr lang="en-US" dirty="0"/>
          </a:p>
        </p:txBody>
      </p:sp>
    </p:spTree>
    <p:extLst>
      <p:ext uri="{BB962C8B-B14F-4D97-AF65-F5344CB8AC3E}">
        <p14:creationId xmlns:p14="http://schemas.microsoft.com/office/powerpoint/2010/main" val="350008241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us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133066" y="2915006"/>
            <a:ext cx="5945212" cy="1077218"/>
          </a:xfrm>
          <a:prstGeom prst="rect">
            <a:avLst/>
          </a:prstGeom>
          <a:noFill/>
        </p:spPr>
        <p:txBody>
          <a:bodyPr wrap="square" rtlCol="0">
            <a:spAutoFit/>
          </a:bodyPr>
          <a:lstStyle/>
          <a:p>
            <a:pPr algn="ctr"/>
            <a:r>
              <a:rPr lang="en-US" sz="6400" dirty="0"/>
              <a:t>Discussion</a:t>
            </a:r>
          </a:p>
        </p:txBody>
      </p:sp>
    </p:spTree>
    <p:extLst>
      <p:ext uri="{BB962C8B-B14F-4D97-AF65-F5344CB8AC3E}">
        <p14:creationId xmlns:p14="http://schemas.microsoft.com/office/powerpoint/2010/main" val="375356417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t's cha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3053090" y="2919002"/>
            <a:ext cx="6093768" cy="1077218"/>
          </a:xfrm>
          <a:prstGeom prst="rect">
            <a:avLst/>
          </a:prstGeom>
          <a:noFill/>
        </p:spPr>
        <p:txBody>
          <a:bodyPr wrap="square" rtlCol="0">
            <a:spAutoFit/>
          </a:bodyPr>
          <a:lstStyle/>
          <a:p>
            <a:pPr algn="ctr"/>
            <a:r>
              <a:rPr lang="en-US" sz="6400" dirty="0"/>
              <a:t>Let’s chat</a:t>
            </a:r>
          </a:p>
        </p:txBody>
      </p:sp>
    </p:spTree>
    <p:extLst>
      <p:ext uri="{BB962C8B-B14F-4D97-AF65-F5344CB8AC3E}">
        <p14:creationId xmlns:p14="http://schemas.microsoft.com/office/powerpoint/2010/main" val="344591888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Question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107FE8-8BCE-28F9-A8C5-274F9365D61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50FA4B68-60F5-05C0-12C0-718A19E5A62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5" name="TextBox 4">
            <a:extLst>
              <a:ext uri="{FF2B5EF4-FFF2-40B4-BE49-F238E27FC236}">
                <a16:creationId xmlns:a16="http://schemas.microsoft.com/office/drawing/2014/main" id="{AD333AA9-50E8-987D-DBEC-A8DE04E07187}"/>
              </a:ext>
            </a:extLst>
          </p:cNvPr>
          <p:cNvSpPr txBox="1"/>
          <p:nvPr userDrawn="1"/>
        </p:nvSpPr>
        <p:spPr>
          <a:xfrm>
            <a:off x="428626" y="2919002"/>
            <a:ext cx="11333162" cy="1077218"/>
          </a:xfrm>
          <a:prstGeom prst="rect">
            <a:avLst/>
          </a:prstGeom>
          <a:noFill/>
        </p:spPr>
        <p:txBody>
          <a:bodyPr wrap="square" rtlCol="0">
            <a:spAutoFit/>
          </a:bodyPr>
          <a:lstStyle/>
          <a:p>
            <a:pPr algn="ctr"/>
            <a:r>
              <a:rPr lang="en-US" sz="6400" dirty="0"/>
              <a:t>We invite your questions</a:t>
            </a:r>
          </a:p>
        </p:txBody>
      </p:sp>
    </p:spTree>
    <p:extLst>
      <p:ext uri="{BB962C8B-B14F-4D97-AF65-F5344CB8AC3E}">
        <p14:creationId xmlns:p14="http://schemas.microsoft.com/office/powerpoint/2010/main" val="29132310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latin typeface="Sora-SIA SemiBold" pitchFamily="2" charset="0"/>
                <a:cs typeface="Sora-SIA SemiBold" pitchFamily="2" charset="0"/>
              </a:rPr>
              <a:t>Thank you</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p>
          <a:p>
            <a:pPr>
              <a:lnSpc>
                <a:spcPct val="120000"/>
              </a:lnSpc>
            </a:pPr>
            <a:r>
              <a:rPr lang="en-US" sz="1000" dirty="0">
                <a:latin typeface="Sora-SIA SemiBold" pitchFamily="2" charset="0"/>
                <a:cs typeface="Sora-SIA SemiBold" pitchFamily="2" charset="0"/>
              </a:rPr>
              <a:t>sia-partners.com  |  follow us on </a:t>
            </a:r>
            <a:r>
              <a:rPr lang="en-US" sz="1000" dirty="0" err="1">
                <a:latin typeface="Sora-SIA SemiBold" pitchFamily="2" charset="0"/>
                <a:cs typeface="Sora-SIA SemiBold" pitchFamily="2" charset="0"/>
              </a:rPr>
              <a:t>Linkedin</a:t>
            </a:r>
            <a:r>
              <a:rPr lang="en-US" sz="1000" dirty="0">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71101" y="5393026"/>
            <a:ext cx="1320104" cy="808278"/>
          </a:xfrm>
          <a:prstGeom prst="rect">
            <a:avLst/>
          </a:prstGeom>
        </p:spPr>
      </p:pic>
    </p:spTree>
    <p:extLst>
      <p:ext uri="{BB962C8B-B14F-4D97-AF65-F5344CB8AC3E}">
        <p14:creationId xmlns:p14="http://schemas.microsoft.com/office/powerpoint/2010/main" val="200645208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Merci">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latin typeface="Sora-SIA SemiBold" pitchFamily="2" charset="0"/>
                <a:cs typeface="Sora-SIA SemiBold" pitchFamily="2" charset="0"/>
              </a:rPr>
              <a:t>Merci</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p>
          <a:p>
            <a:pPr>
              <a:lnSpc>
                <a:spcPct val="120000"/>
              </a:lnSpc>
            </a:pPr>
            <a:r>
              <a:rPr lang="en-US" sz="1000" dirty="0">
                <a:latin typeface="Sora-SIA SemiBold" pitchFamily="2" charset="0"/>
                <a:cs typeface="Sora-SIA SemiBold" pitchFamily="2" charset="0"/>
              </a:rPr>
              <a:t>sia-partners.com  |  follow us on </a:t>
            </a:r>
            <a:r>
              <a:rPr lang="en-US" sz="1000" dirty="0" err="1">
                <a:latin typeface="Sora-SIA SemiBold" pitchFamily="2" charset="0"/>
                <a:cs typeface="Sora-SIA SemiBold" pitchFamily="2" charset="0"/>
              </a:rPr>
              <a:t>Linkedin</a:t>
            </a:r>
            <a:r>
              <a:rPr lang="en-US" sz="1000" dirty="0">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71101" y="5393026"/>
            <a:ext cx="1320104" cy="808278"/>
          </a:xfrm>
          <a:prstGeom prst="rect">
            <a:avLst/>
          </a:prstGeom>
        </p:spPr>
      </p:pic>
    </p:spTree>
    <p:extLst>
      <p:ext uri="{BB962C8B-B14F-4D97-AF65-F5344CB8AC3E}">
        <p14:creationId xmlns:p14="http://schemas.microsoft.com/office/powerpoint/2010/main" val="225747007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ank you dark">
    <p:bg>
      <p:bgPr>
        <a:solidFill>
          <a:srgbClr val="173044"/>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solidFill>
                  <a:schemeClr val="bg1"/>
                </a:solidFill>
                <a:latin typeface="Sora-SIA SemiBold" pitchFamily="2" charset="0"/>
                <a:cs typeface="Sora-SIA SemiBold" pitchFamily="2" charset="0"/>
              </a:rPr>
              <a:t>Thank you</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14000"/>
            </a:schemeClr>
          </a:solidFill>
          <a:ln w="6350">
            <a:solidFill>
              <a:schemeClr val="bg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solidFill>
                  <a:schemeClr val="bg1"/>
                </a:solidFill>
              </a:rPr>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solidFill>
                <a:schemeClr val="bg1"/>
              </a:solidFill>
            </a:endParaRPr>
          </a:p>
          <a:p>
            <a:pPr>
              <a:lnSpc>
                <a:spcPct val="120000"/>
              </a:lnSpc>
            </a:pPr>
            <a:r>
              <a:rPr lang="en-US" sz="1000" dirty="0">
                <a:solidFill>
                  <a:schemeClr val="bg1"/>
                </a:solidFill>
                <a:latin typeface="Sora-SIA SemiBold" pitchFamily="2" charset="0"/>
                <a:cs typeface="Sora-SIA SemiBold" pitchFamily="2" charset="0"/>
              </a:rPr>
              <a:t>sia-partners.com  |  follow us on </a:t>
            </a:r>
            <a:r>
              <a:rPr lang="en-US" sz="1000" dirty="0" err="1">
                <a:solidFill>
                  <a:schemeClr val="bg1"/>
                </a:solidFill>
                <a:latin typeface="Sora-SIA SemiBold" pitchFamily="2" charset="0"/>
                <a:cs typeface="Sora-SIA SemiBold" pitchFamily="2" charset="0"/>
              </a:rPr>
              <a:t>Linkedin</a:t>
            </a:r>
            <a:r>
              <a:rPr lang="en-US" sz="1000" dirty="0">
                <a:solidFill>
                  <a:schemeClr val="bg1"/>
                </a:solidFill>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2"/>
              </a:ext>
            </a:extLst>
          </a:blip>
          <a:srcRect l="13" r="13"/>
          <a:stretch/>
        </p:blipFill>
        <p:spPr>
          <a:xfrm>
            <a:off x="10071101" y="5393026"/>
            <a:ext cx="1319767" cy="808278"/>
          </a:xfrm>
          <a:prstGeom prst="rect">
            <a:avLst/>
          </a:prstGeom>
        </p:spPr>
      </p:pic>
    </p:spTree>
    <p:extLst>
      <p:ext uri="{BB962C8B-B14F-4D97-AF65-F5344CB8AC3E}">
        <p14:creationId xmlns:p14="http://schemas.microsoft.com/office/powerpoint/2010/main" val="16816820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erci dark">
    <p:bg>
      <p:bgPr>
        <a:solidFill>
          <a:srgbClr val="173044"/>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333AA9-50E8-987D-DBEC-A8DE04E07187}"/>
              </a:ext>
            </a:extLst>
          </p:cNvPr>
          <p:cNvSpPr txBox="1"/>
          <p:nvPr userDrawn="1"/>
        </p:nvSpPr>
        <p:spPr>
          <a:xfrm>
            <a:off x="2444937" y="2625726"/>
            <a:ext cx="7064001" cy="702932"/>
          </a:xfrm>
          <a:prstGeom prst="rect">
            <a:avLst/>
          </a:prstGeom>
          <a:noFill/>
        </p:spPr>
        <p:txBody>
          <a:bodyPr wrap="square" rtlCol="0">
            <a:noAutofit/>
          </a:bodyPr>
          <a:lstStyle/>
          <a:p>
            <a:pPr algn="ctr">
              <a:lnSpc>
                <a:spcPct val="65000"/>
              </a:lnSpc>
            </a:pPr>
            <a:r>
              <a:rPr lang="en-US" sz="5200" spc="0" baseline="0" dirty="0">
                <a:solidFill>
                  <a:schemeClr val="bg1"/>
                </a:solidFill>
                <a:latin typeface="Sora-SIA SemiBold" pitchFamily="2" charset="0"/>
                <a:cs typeface="Sora-SIA SemiBold" pitchFamily="2" charset="0"/>
              </a:rPr>
              <a:t>Merci</a:t>
            </a:r>
          </a:p>
        </p:txBody>
      </p:sp>
      <p:sp>
        <p:nvSpPr>
          <p:cNvPr id="10" name="Rectangle: Rounded Corners 9">
            <a:extLst>
              <a:ext uri="{FF2B5EF4-FFF2-40B4-BE49-F238E27FC236}">
                <a16:creationId xmlns:a16="http://schemas.microsoft.com/office/drawing/2014/main" id="{56370F21-F3AB-47B9-2751-63D2E5DD33EF}"/>
              </a:ext>
            </a:extLst>
          </p:cNvPr>
          <p:cNvSpPr/>
          <p:nvPr userDrawn="1"/>
        </p:nvSpPr>
        <p:spPr>
          <a:xfrm>
            <a:off x="428625" y="5092766"/>
            <a:ext cx="11328270" cy="1384300"/>
          </a:xfrm>
          <a:prstGeom prst="roundRect">
            <a:avLst>
              <a:gd name="adj" fmla="val 11850"/>
            </a:avLst>
          </a:prstGeom>
          <a:solidFill>
            <a:schemeClr val="bg1">
              <a:alpha val="14000"/>
            </a:schemeClr>
          </a:solidFill>
          <a:ln w="6350">
            <a:solidFill>
              <a:schemeClr val="bg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FFA591-46BF-1AE1-A253-0AB4D1BF6C7C}"/>
              </a:ext>
            </a:extLst>
          </p:cNvPr>
          <p:cNvSpPr txBox="1"/>
          <p:nvPr userDrawn="1"/>
        </p:nvSpPr>
        <p:spPr>
          <a:xfrm>
            <a:off x="675481" y="5328637"/>
            <a:ext cx="7466807" cy="912558"/>
          </a:xfrm>
          <a:prstGeom prst="rect">
            <a:avLst/>
          </a:prstGeom>
          <a:noFill/>
        </p:spPr>
        <p:txBody>
          <a:bodyPr wrap="square" lIns="0" tIns="0" rIns="0" bIns="0">
            <a:spAutoFit/>
          </a:bodyPr>
          <a:lstStyle/>
          <a:p>
            <a:pPr>
              <a:lnSpc>
                <a:spcPct val="120000"/>
              </a:lnSpc>
            </a:pPr>
            <a:r>
              <a:rPr lang="en-US" sz="1000" dirty="0">
                <a:solidFill>
                  <a:schemeClr val="bg1"/>
                </a:solidFill>
              </a:rPr>
              <a:t>Sia is a next-generation, global management consulting group—born digital, augmented by data, enhanced by creativity, and driven by responsibility. We partner with clients to resolve challenges and capitalize on opportunities. We believe that in today’s world of change and disruption, optimism is a force multiplier.</a:t>
            </a:r>
          </a:p>
          <a:p>
            <a:pPr>
              <a:lnSpc>
                <a:spcPct val="120000"/>
              </a:lnSpc>
            </a:pPr>
            <a:endParaRPr lang="en-US" sz="1000" dirty="0">
              <a:solidFill>
                <a:schemeClr val="bg1"/>
              </a:solidFill>
            </a:endParaRPr>
          </a:p>
          <a:p>
            <a:pPr>
              <a:lnSpc>
                <a:spcPct val="120000"/>
              </a:lnSpc>
            </a:pPr>
            <a:r>
              <a:rPr lang="en-US" sz="1000" dirty="0">
                <a:solidFill>
                  <a:schemeClr val="bg1"/>
                </a:solidFill>
                <a:latin typeface="Sora-SIA SemiBold" pitchFamily="2" charset="0"/>
                <a:cs typeface="Sora-SIA SemiBold" pitchFamily="2" charset="0"/>
              </a:rPr>
              <a:t>sia-partners.com  |  follow us on </a:t>
            </a:r>
            <a:r>
              <a:rPr lang="en-US" sz="1000" dirty="0" err="1">
                <a:solidFill>
                  <a:schemeClr val="bg1"/>
                </a:solidFill>
                <a:latin typeface="Sora-SIA SemiBold" pitchFamily="2" charset="0"/>
                <a:cs typeface="Sora-SIA SemiBold" pitchFamily="2" charset="0"/>
              </a:rPr>
              <a:t>Linkedin</a:t>
            </a:r>
            <a:r>
              <a:rPr lang="en-US" sz="1000" dirty="0">
                <a:solidFill>
                  <a:schemeClr val="bg1"/>
                </a:solidFill>
                <a:latin typeface="Sora-SIA SemiBold" pitchFamily="2" charset="0"/>
                <a:cs typeface="Sora-SIA SemiBold" pitchFamily="2" charset="0"/>
              </a:rPr>
              <a:t> &amp; X: @siapartners and Instagram: @lifeatsia</a:t>
            </a:r>
          </a:p>
        </p:txBody>
      </p:sp>
      <p:pic>
        <p:nvPicPr>
          <p:cNvPr id="3" name="Graphic 2">
            <a:extLst>
              <a:ext uri="{FF2B5EF4-FFF2-40B4-BE49-F238E27FC236}">
                <a16:creationId xmlns:a16="http://schemas.microsoft.com/office/drawing/2014/main" id="{51C91C6B-57FC-5C92-73C4-0D5A1EB5D282}"/>
              </a:ext>
            </a:extLst>
          </p:cNvPr>
          <p:cNvPicPr>
            <a:picLocks noChangeAspect="1"/>
          </p:cNvPicPr>
          <p:nvPr userDrawn="1"/>
        </p:nvPicPr>
        <p:blipFill>
          <a:blip>
            <a:extLst>
              <a:ext uri="{96DAC541-7B7A-43D3-8B79-37D633B846F1}">
                <asvg:svgBlip xmlns:asvg="http://schemas.microsoft.com/office/drawing/2016/SVG/main" r:embed="rId2"/>
              </a:ext>
            </a:extLst>
          </a:blip>
          <a:srcRect l="13" r="13"/>
          <a:stretch/>
        </p:blipFill>
        <p:spPr>
          <a:xfrm>
            <a:off x="10071101" y="5393026"/>
            <a:ext cx="1319767" cy="808278"/>
          </a:xfrm>
          <a:prstGeom prst="rect">
            <a:avLst/>
          </a:prstGeom>
        </p:spPr>
      </p:pic>
    </p:spTree>
    <p:extLst>
      <p:ext uri="{BB962C8B-B14F-4D97-AF65-F5344CB8AC3E}">
        <p14:creationId xmlns:p14="http://schemas.microsoft.com/office/powerpoint/2010/main" val="257367595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How to us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48" name="TextBox 47">
            <a:extLst>
              <a:ext uri="{FF2B5EF4-FFF2-40B4-BE49-F238E27FC236}">
                <a16:creationId xmlns:a16="http://schemas.microsoft.com/office/drawing/2014/main" id="{866FA42F-BC1E-9BA5-9D97-C70A0DB0F95A}"/>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a:solidFill>
                  <a:schemeClr val="tx1"/>
                </a:solidFill>
                <a:latin typeface="+mj-lt"/>
                <a:ea typeface="+mj-ea"/>
                <a:cs typeface="+mj-cs"/>
              </a:rPr>
              <a:t>How to use the template </a:t>
            </a:r>
            <a:r>
              <a:rPr lang="en-US" sz="1200" kern="1200">
                <a:solidFill>
                  <a:srgbClr val="8796A9"/>
                </a:solidFill>
                <a:latin typeface="+mj-lt"/>
                <a:ea typeface="+mj-ea"/>
                <a:cs typeface="+mj-cs"/>
              </a:rPr>
              <a:t>[Delete before use]</a:t>
            </a:r>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userDrawn="1">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3" name="Rectangle: Rounded Corners 2">
            <a:extLst>
              <a:ext uri="{FF2B5EF4-FFF2-40B4-BE49-F238E27FC236}">
                <a16:creationId xmlns:a16="http://schemas.microsoft.com/office/drawing/2014/main" id="{4202C866-47B9-C13B-73F9-C4A4037DA1A6}"/>
              </a:ext>
            </a:extLst>
          </p:cNvPr>
          <p:cNvSpPr/>
          <p:nvPr userDrawn="1"/>
        </p:nvSpPr>
        <p:spPr>
          <a:xfrm>
            <a:off x="428626" y="1449918"/>
            <a:ext cx="1673135" cy="2934433"/>
          </a:xfrm>
          <a:prstGeom prst="roundRect">
            <a:avLst>
              <a:gd name="adj" fmla="val 4338"/>
            </a:avLst>
          </a:prstGeom>
          <a:solidFill>
            <a:schemeClr val="bg1">
              <a:alpha val="91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nvGrpSpPr>
          <p:cNvPr id="6" name="Group 5">
            <a:extLst>
              <a:ext uri="{FF2B5EF4-FFF2-40B4-BE49-F238E27FC236}">
                <a16:creationId xmlns:a16="http://schemas.microsoft.com/office/drawing/2014/main" id="{78C7B9ED-817D-BE0A-F811-0EF7843A2AB7}"/>
              </a:ext>
            </a:extLst>
          </p:cNvPr>
          <p:cNvGrpSpPr/>
          <p:nvPr userDrawn="1"/>
        </p:nvGrpSpPr>
        <p:grpSpPr>
          <a:xfrm>
            <a:off x="2291436" y="1555444"/>
            <a:ext cx="1746082" cy="4079194"/>
            <a:chOff x="4255487" y="2057675"/>
            <a:chExt cx="1746082" cy="4079194"/>
          </a:xfrm>
        </p:grpSpPr>
        <p:sp>
          <p:nvSpPr>
            <p:cNvPr id="8" name="TextBox 7">
              <a:extLst>
                <a:ext uri="{FF2B5EF4-FFF2-40B4-BE49-F238E27FC236}">
                  <a16:creationId xmlns:a16="http://schemas.microsoft.com/office/drawing/2014/main" id="{F81683AB-401F-078F-B26F-650143809B3A}"/>
                </a:ext>
              </a:extLst>
            </p:cNvPr>
            <p:cNvSpPr txBox="1"/>
            <p:nvPr userDrawn="1"/>
          </p:nvSpPr>
          <p:spPr>
            <a:xfrm>
              <a:off x="4312585" y="2057675"/>
              <a:ext cx="1688984" cy="407919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a:ln>
                    <a:noFill/>
                  </a:ln>
                  <a:solidFill>
                    <a:schemeClr val="tx1"/>
                  </a:solidFill>
                  <a:effectLst/>
                  <a:uLnTx/>
                  <a:uFillTx/>
                  <a:latin typeface="Sora-SIA"/>
                  <a:ea typeface="+mn-ea"/>
                  <a:cs typeface="+mn-cs"/>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block of text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a:sym typeface="Wingdings 3" panose="05040102010807070707" pitchFamily="18" charset="2"/>
                </a:rPr>
                <a:t>If you begin typing or paste text and the text looks larger that you want, increase the list level to get to the next available style.</a:t>
              </a: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9" name="Group 8">
              <a:extLst>
                <a:ext uri="{FF2B5EF4-FFF2-40B4-BE49-F238E27FC236}">
                  <a16:creationId xmlns:a16="http://schemas.microsoft.com/office/drawing/2014/main" id="{869862F8-C409-5ABD-2B3C-2245D15531C7}"/>
                </a:ext>
              </a:extLst>
            </p:cNvPr>
            <p:cNvGrpSpPr/>
            <p:nvPr userDrawn="1"/>
          </p:nvGrpSpPr>
          <p:grpSpPr>
            <a:xfrm>
              <a:off x="4255487" y="3345585"/>
              <a:ext cx="1568112" cy="292115"/>
              <a:chOff x="-1912002" y="1751379"/>
              <a:chExt cx="1568112" cy="292115"/>
            </a:xfrm>
          </p:grpSpPr>
          <p:sp>
            <p:nvSpPr>
              <p:cNvPr id="10" name="TextBox 9">
                <a:extLst>
                  <a:ext uri="{FF2B5EF4-FFF2-40B4-BE49-F238E27FC236}">
                    <a16:creationId xmlns:a16="http://schemas.microsoft.com/office/drawing/2014/main" id="{FA843C77-E719-0EDB-C091-FC909956549D}"/>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11" name="TextBox 10">
                <a:extLst>
                  <a:ext uri="{FF2B5EF4-FFF2-40B4-BE49-F238E27FC236}">
                    <a16:creationId xmlns:a16="http://schemas.microsoft.com/office/drawing/2014/main" id="{D6D89841-DB68-5BB5-DAE4-6A9F7F3CDDA8}"/>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12" name="Group 11">
                <a:extLst>
                  <a:ext uri="{FF2B5EF4-FFF2-40B4-BE49-F238E27FC236}">
                    <a16:creationId xmlns:a16="http://schemas.microsoft.com/office/drawing/2014/main" id="{3B069102-6863-0102-980C-1CDD778A53A7}"/>
                  </a:ext>
                </a:extLst>
              </p:cNvPr>
              <p:cNvGrpSpPr/>
              <p:nvPr userDrawn="1"/>
            </p:nvGrpSpPr>
            <p:grpSpPr>
              <a:xfrm>
                <a:off x="-1422651" y="1751379"/>
                <a:ext cx="628680" cy="292115"/>
                <a:chOff x="-1397692" y="1751379"/>
                <a:chExt cx="628680" cy="292115"/>
              </a:xfrm>
            </p:grpSpPr>
            <p:pic>
              <p:nvPicPr>
                <p:cNvPr id="13" name="Picture 12">
                  <a:extLst>
                    <a:ext uri="{FF2B5EF4-FFF2-40B4-BE49-F238E27FC236}">
                      <a16:creationId xmlns:a16="http://schemas.microsoft.com/office/drawing/2014/main" id="{62B2D5BA-D718-6FA7-DE5D-E76F350FF5B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14" name="Picture 13">
                  <a:extLst>
                    <a:ext uri="{FF2B5EF4-FFF2-40B4-BE49-F238E27FC236}">
                      <a16:creationId xmlns:a16="http://schemas.microsoft.com/office/drawing/2014/main" id="{F2804B1A-8532-A438-8FED-40A83286C71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sp>
        <p:nvSpPr>
          <p:cNvPr id="15" name="TextBox 14">
            <a:extLst>
              <a:ext uri="{FF2B5EF4-FFF2-40B4-BE49-F238E27FC236}">
                <a16:creationId xmlns:a16="http://schemas.microsoft.com/office/drawing/2014/main" id="{966452C7-CEDE-F54C-2630-702DCB381744}"/>
              </a:ext>
            </a:extLst>
          </p:cNvPr>
          <p:cNvSpPr txBox="1"/>
          <p:nvPr userDrawn="1"/>
        </p:nvSpPr>
        <p:spPr>
          <a:xfrm>
            <a:off x="4273500" y="1555445"/>
            <a:ext cx="1690688" cy="3941090"/>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Pasting content</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When pasting text, always use </a:t>
            </a:r>
            <a:r>
              <a:rPr lang="en-US" sz="800" b="1" dirty="0">
                <a:sym typeface="Wingdings 3" panose="05040102010807070707" pitchFamily="18" charset="2"/>
              </a:rPr>
              <a:t>“Keep Text Only</a:t>
            </a:r>
            <a:r>
              <a:rPr lang="en-US" sz="800" b="0" dirty="0">
                <a:sym typeface="Wingdings 3" panose="05040102010807070707" pitchFamily="18" charset="2"/>
              </a:rPr>
              <a:t>”, otherwise style sheets will not work and text </a:t>
            </a:r>
            <a:r>
              <a:rPr lang="en-US" sz="800" b="1" dirty="0">
                <a:sym typeface="Wingdings 3" panose="05040102010807070707" pitchFamily="18" charset="2"/>
              </a:rPr>
              <a:t>will not be the correct style.</a:t>
            </a:r>
          </a:p>
          <a:p>
            <a:pPr>
              <a:lnSpc>
                <a:spcPct val="110000"/>
              </a:lnSpc>
              <a:spcAft>
                <a:spcPts val="400"/>
              </a:spcAft>
              <a:tabLst>
                <a:tab pos="458811" algn="l"/>
              </a:tabLst>
            </a:pPr>
            <a:endParaRPr lang="en-US" sz="800" dirty="0">
              <a:sym typeface="Wingdings 3" panose="05040102010807070707" pitchFamily="18" charset="2"/>
            </a:endParaRPr>
          </a:p>
          <a:p>
            <a:pPr>
              <a:lnSpc>
                <a:spcPct val="110000"/>
              </a:lnSpc>
              <a:spcAft>
                <a:spcPts val="400"/>
              </a:spcAft>
              <a:tabLst>
                <a:tab pos="458811"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811"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811" algn="l"/>
              </a:tabLst>
            </a:pPr>
            <a:r>
              <a:rPr lang="en-US" sz="800" dirty="0">
                <a:sym typeface="Wingdings 3" panose="05040102010807070707" pitchFamily="18" charset="2"/>
              </a:rPr>
              <a:t>Space between paragraphs is specific to each style. </a:t>
            </a:r>
            <a:r>
              <a:rPr lang="en-US" sz="800" b="1" dirty="0">
                <a:sym typeface="Wingdings 3" panose="05040102010807070707" pitchFamily="18" charset="2"/>
              </a:rPr>
              <a:t>Please do not add space with returns</a:t>
            </a:r>
            <a:r>
              <a:rPr lang="en-US" sz="800" dirty="0">
                <a:sym typeface="Wingdings 3" panose="05040102010807070707" pitchFamily="18" charset="2"/>
              </a:rPr>
              <a:t>.</a:t>
            </a:r>
          </a:p>
          <a:p>
            <a:pPr>
              <a:lnSpc>
                <a:spcPct val="110000"/>
              </a:lnSpc>
              <a:spcAft>
                <a:spcPts val="400"/>
              </a:spcAft>
              <a:tabLst>
                <a:tab pos="458811" algn="l"/>
              </a:tabLst>
            </a:pPr>
            <a:endParaRPr lang="en-US" sz="800" dirty="0">
              <a:sym typeface="Wingdings 3" panose="05040102010807070707" pitchFamily="18" charset="2"/>
            </a:endParaRPr>
          </a:p>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 Header/Footer</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Go the </a:t>
            </a:r>
            <a:r>
              <a:rPr lang="en-US" sz="800" b="1" dirty="0">
                <a:sym typeface="Wingdings 3" panose="05040102010807070707" pitchFamily="18" charset="2"/>
              </a:rPr>
              <a:t>Insert Ribbon</a:t>
            </a:r>
            <a:r>
              <a:rPr lang="en-US" sz="800" b="0" dirty="0">
                <a:sym typeface="Wingdings 3" panose="05040102010807070707" pitchFamily="18" charset="2"/>
              </a:rPr>
              <a:t> and click on </a:t>
            </a:r>
            <a:r>
              <a:rPr lang="en-US" sz="800" b="1" dirty="0">
                <a:sym typeface="Wingdings 3" panose="05040102010807070707" pitchFamily="18" charset="2"/>
              </a:rPr>
              <a:t>Header &amp; Footer</a:t>
            </a:r>
            <a:r>
              <a:rPr lang="en-US" sz="800" b="0" dirty="0">
                <a:sym typeface="Wingdings 3" panose="05040102010807070707" pitchFamily="18" charset="2"/>
              </a:rPr>
              <a:t>. Check </a:t>
            </a:r>
            <a:r>
              <a:rPr lang="en-US" sz="800" b="1" dirty="0">
                <a:sym typeface="Wingdings 3" panose="05040102010807070707" pitchFamily="18" charset="2"/>
              </a:rPr>
              <a:t>Footer</a:t>
            </a:r>
            <a:r>
              <a:rPr lang="en-US" sz="800" b="0" dirty="0">
                <a:sym typeface="Wingdings 3" panose="05040102010807070707" pitchFamily="18" charset="2"/>
              </a:rPr>
              <a:t> and type text in the field, them click </a:t>
            </a:r>
            <a:r>
              <a:rPr lang="en-US" sz="800" b="1" dirty="0">
                <a:sym typeface="Wingdings 3" panose="05040102010807070707" pitchFamily="18" charset="2"/>
              </a:rPr>
              <a:t>Apply to all</a:t>
            </a:r>
            <a:r>
              <a:rPr lang="en-US" sz="800" b="0" dirty="0">
                <a:sym typeface="Wingdings 3" panose="05040102010807070707" pitchFamily="18" charset="2"/>
              </a:rPr>
              <a:t>. This will apply the text to the header of every slide.</a:t>
            </a:r>
            <a:endParaRPr lang="en-US" sz="800" dirty="0">
              <a:sym typeface="Wingdings 3" panose="05040102010807070707" pitchFamily="18" charset="2"/>
            </a:endParaRPr>
          </a:p>
        </p:txBody>
      </p:sp>
      <p:pic>
        <p:nvPicPr>
          <p:cNvPr id="16" name="Picture 15">
            <a:extLst>
              <a:ext uri="{FF2B5EF4-FFF2-40B4-BE49-F238E27FC236}">
                <a16:creationId xmlns:a16="http://schemas.microsoft.com/office/drawing/2014/main" id="{8CF61C83-44A5-EF3D-1FE4-CE6E07CAC06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4273500" y="2408053"/>
            <a:ext cx="1070142" cy="697456"/>
          </a:xfrm>
          <a:prstGeom prst="rect">
            <a:avLst/>
          </a:prstGeom>
        </p:spPr>
      </p:pic>
      <p:sp>
        <p:nvSpPr>
          <p:cNvPr id="17" name="Rectangle: Rounded Corners 16">
            <a:extLst>
              <a:ext uri="{FF2B5EF4-FFF2-40B4-BE49-F238E27FC236}">
                <a16:creationId xmlns:a16="http://schemas.microsoft.com/office/drawing/2014/main" id="{707BE8B2-17C6-A58F-C788-3567CB08047D}"/>
              </a:ext>
            </a:extLst>
          </p:cNvPr>
          <p:cNvSpPr/>
          <p:nvPr userDrawn="1"/>
        </p:nvSpPr>
        <p:spPr>
          <a:xfrm>
            <a:off x="4794997" y="2726591"/>
            <a:ext cx="192864" cy="192864"/>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40" name="TextBox 39">
            <a:extLst>
              <a:ext uri="{FF2B5EF4-FFF2-40B4-BE49-F238E27FC236}">
                <a16:creationId xmlns:a16="http://schemas.microsoft.com/office/drawing/2014/main" id="{6EBF40C8-B951-94B3-AFEE-FC347CB81AED}"/>
              </a:ext>
            </a:extLst>
          </p:cNvPr>
          <p:cNvSpPr txBox="1"/>
          <p:nvPr userDrawn="1"/>
        </p:nvSpPr>
        <p:spPr>
          <a:xfrm>
            <a:off x="594206" y="1564724"/>
            <a:ext cx="1425841" cy="278229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ora-SIA"/>
                <a:ea typeface="+mn-ea"/>
                <a:cs typeface="+mn-cs"/>
              </a:rPr>
              <a:t>About this template</a:t>
            </a:r>
          </a:p>
          <a:p>
            <a:pPr>
              <a:lnSpc>
                <a:spcPct val="110000"/>
              </a:lnSpc>
              <a:spcAft>
                <a:spcPts val="400"/>
              </a:spcAft>
              <a:tabLst>
                <a:tab pos="458811" algn="l"/>
              </a:tabLst>
            </a:pPr>
            <a:r>
              <a:rPr lang="en-US" sz="800" b="0" dirty="0">
                <a:sym typeface="Wingdings 3" panose="05040102010807070707" pitchFamily="18" charset="2"/>
              </a:rPr>
              <a:t>These templates are the result of auditing hundreds of presentations.  This collection of layouts will be suitable for building any presentation. </a:t>
            </a:r>
          </a:p>
          <a:p>
            <a:pPr>
              <a:lnSpc>
                <a:spcPct val="110000"/>
              </a:lnSpc>
              <a:spcAft>
                <a:spcPts val="400"/>
              </a:spcAft>
              <a:tabLst>
                <a:tab pos="458811" algn="l"/>
              </a:tabLst>
            </a:pPr>
            <a:r>
              <a:rPr lang="en-US" sz="800" b="0" dirty="0">
                <a:sym typeface="Wingdings 3" panose="05040102010807070707" pitchFamily="18" charset="2"/>
              </a:rPr>
              <a:t>We encourage you to use them, as they are, with minimal modification.  </a:t>
            </a:r>
          </a:p>
          <a:p>
            <a:pPr>
              <a:lnSpc>
                <a:spcPct val="110000"/>
              </a:lnSpc>
              <a:spcAft>
                <a:spcPts val="400"/>
              </a:spcAft>
              <a:tabLst>
                <a:tab pos="458811" algn="l"/>
              </a:tabLst>
            </a:pPr>
            <a:r>
              <a:rPr lang="en-US" sz="800" b="0" dirty="0">
                <a:sym typeface="Wingdings 3" panose="05040102010807070707" pitchFamily="18" charset="2"/>
              </a:rPr>
              <a:t>This is also true for length of copy; please try not to exceed </a:t>
            </a:r>
            <a:br>
              <a:rPr lang="en-US" sz="800" b="0" dirty="0">
                <a:sym typeface="Wingdings 3" panose="05040102010807070707" pitchFamily="18" charset="2"/>
              </a:rPr>
            </a:br>
            <a:r>
              <a:rPr lang="en-US" sz="800" b="0" dirty="0">
                <a:sym typeface="Wingdings 3" panose="05040102010807070707" pitchFamily="18" charset="2"/>
              </a:rPr>
              <a:t>the space given for text or make text smaller to fit. The best presentations are succinct.</a:t>
            </a:r>
          </a:p>
        </p:txBody>
      </p:sp>
      <p:sp>
        <p:nvSpPr>
          <p:cNvPr id="5" name="TextBox 4">
            <a:extLst>
              <a:ext uri="{FF2B5EF4-FFF2-40B4-BE49-F238E27FC236}">
                <a16:creationId xmlns:a16="http://schemas.microsoft.com/office/drawing/2014/main" id="{819CC67F-20AA-220B-6D26-5E0018011F65}"/>
              </a:ext>
            </a:extLst>
          </p:cNvPr>
          <p:cNvSpPr txBox="1"/>
          <p:nvPr userDrawn="1"/>
        </p:nvSpPr>
        <p:spPr>
          <a:xfrm>
            <a:off x="6215764" y="1562119"/>
            <a:ext cx="1985271" cy="459336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and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duplicating pages </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Most slides are based on masters that are only a background and title so you can easily change backgrounds. To get a new slide that includes all text and image elements, duplicate it to get a new one. </a:t>
            </a:r>
          </a:p>
          <a:p>
            <a:pPr>
              <a:lnSpc>
                <a:spcPct val="110000"/>
              </a:lnSpc>
              <a:spcAft>
                <a:spcPts val="400"/>
              </a:spcAft>
              <a:tabLst>
                <a:tab pos="458811" algn="l"/>
              </a:tabLst>
            </a:pPr>
            <a:r>
              <a:rPr lang="en-US" sz="800" b="0" dirty="0">
                <a:sym typeface="Wingdings 3" panose="05040102010807070707" pitchFamily="18" charset="2"/>
              </a:rPr>
              <a:t>To duplicate, right click on the slide in the left sorter panel and select </a:t>
            </a:r>
            <a:r>
              <a:rPr lang="en-US" sz="800" b="1" dirty="0">
                <a:sym typeface="Wingdings 3" panose="05040102010807070707" pitchFamily="18" charset="2"/>
              </a:rPr>
              <a:t>Duplicate</a:t>
            </a:r>
            <a:r>
              <a:rPr lang="en-US" sz="800" b="0" dirty="0">
                <a:sym typeface="Wingdings 3" panose="05040102010807070707" pitchFamily="18" charset="2"/>
              </a:rPr>
              <a:t>. You can also select it, copy and paste it within the bar.</a:t>
            </a:r>
          </a:p>
          <a:p>
            <a:pPr>
              <a:lnSpc>
                <a:spcPct val="110000"/>
              </a:lnSpc>
              <a:spcAft>
                <a:spcPts val="400"/>
              </a:spcAft>
              <a:tabLst>
                <a:tab pos="458811" algn="l"/>
              </a:tabLst>
            </a:pPr>
            <a:r>
              <a:rPr lang="en-US" sz="800" b="0" dirty="0">
                <a:sym typeface="Wingdings 3" panose="05040102010807070707" pitchFamily="18" charset="2"/>
              </a:rPr>
              <a:t>Some slides, like basic text layouts and bios, have their own master.  For a new slide, click on </a:t>
            </a:r>
            <a:r>
              <a:rPr lang="en-US" sz="800" b="1" dirty="0">
                <a:sym typeface="Wingdings 3" panose="05040102010807070707" pitchFamily="18" charset="2"/>
              </a:rPr>
              <a:t>New Slide </a:t>
            </a:r>
            <a:r>
              <a:rPr lang="en-US" sz="800" b="0" dirty="0">
                <a:sym typeface="Wingdings 3" panose="05040102010807070707" pitchFamily="18" charset="2"/>
              </a:rPr>
              <a:t>on the left of the </a:t>
            </a:r>
            <a:r>
              <a:rPr lang="en-US" sz="800" b="1" dirty="0">
                <a:sym typeface="Wingdings 3" panose="05040102010807070707" pitchFamily="18" charset="2"/>
              </a:rPr>
              <a:t>Home Ribbon </a:t>
            </a:r>
            <a:r>
              <a:rPr lang="en-US" sz="800" b="0" dirty="0">
                <a:sym typeface="Wingdings 3" panose="05040102010807070707" pitchFamily="18" charset="2"/>
              </a:rPr>
              <a:t>and select the layout you want.</a:t>
            </a:r>
            <a:br>
              <a:rPr lang="en-US" sz="800" b="0" dirty="0">
                <a:sym typeface="Wingdings 3" panose="05040102010807070707" pitchFamily="18" charset="2"/>
              </a:rPr>
            </a:br>
            <a:endParaRPr lang="en-US" sz="800" b="0" dirty="0">
              <a:sym typeface="Wingdings 3" panose="05040102010807070707" pitchFamily="18" charset="2"/>
            </a:endParaRPr>
          </a:p>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Inserting Add-on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Template slides</a:t>
            </a:r>
            <a:endParaRPr lang="en-US" sz="1000" b="0" dirty="0">
              <a:solidFill>
                <a:schemeClr val="tx1"/>
              </a:solidFill>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To ensure that you bring all the attributes and design elements from the add-on to your deck, </a:t>
            </a:r>
            <a:r>
              <a:rPr lang="en-US" sz="800" dirty="0"/>
              <a:t>copy the slide in </a:t>
            </a:r>
            <a:r>
              <a:rPr lang="en-US" sz="800" b="1" dirty="0"/>
              <a:t>Slide Sorter </a:t>
            </a:r>
            <a:r>
              <a:rPr lang="en-US" sz="800" dirty="0"/>
              <a:t>view. Then click on the slide just above where you want it inserted in </a:t>
            </a:r>
            <a:r>
              <a:rPr lang="en-US" sz="800" b="1" dirty="0"/>
              <a:t>Slide Sorter </a:t>
            </a:r>
            <a:r>
              <a:rPr lang="en-US" sz="800" dirty="0"/>
              <a:t>view and paste, selecting </a:t>
            </a:r>
            <a:r>
              <a:rPr lang="en-US" sz="800" b="1" dirty="0"/>
              <a:t>Keep Source Formatting </a:t>
            </a:r>
            <a:r>
              <a:rPr lang="en-US" sz="800" b="0" dirty="0"/>
              <a:t>from the floating pop-up.</a:t>
            </a:r>
            <a:endParaRPr lang="en-US" sz="800" b="0" dirty="0">
              <a:sym typeface="Wingdings 3" panose="05040102010807070707" pitchFamily="18" charset="2"/>
            </a:endParaRPr>
          </a:p>
        </p:txBody>
      </p:sp>
      <p:sp>
        <p:nvSpPr>
          <p:cNvPr id="39" name="Rectangle: Rounded Corners 38">
            <a:extLst>
              <a:ext uri="{FF2B5EF4-FFF2-40B4-BE49-F238E27FC236}">
                <a16:creationId xmlns:a16="http://schemas.microsoft.com/office/drawing/2014/main" id="{F63ABCE3-3778-E5CC-5C19-E52737C79151}"/>
              </a:ext>
            </a:extLst>
          </p:cNvPr>
          <p:cNvSpPr/>
          <p:nvPr userDrawn="1"/>
        </p:nvSpPr>
        <p:spPr>
          <a:xfrm>
            <a:off x="8576540" y="1504950"/>
            <a:ext cx="2786715" cy="4504977"/>
          </a:xfrm>
          <a:prstGeom prst="roundRect">
            <a:avLst>
              <a:gd name="adj" fmla="val 4338"/>
            </a:avLst>
          </a:prstGeom>
          <a:solidFill>
            <a:schemeClr val="bg1">
              <a:alpha val="91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1" name="TextBox 40">
            <a:extLst>
              <a:ext uri="{FF2B5EF4-FFF2-40B4-BE49-F238E27FC236}">
                <a16:creationId xmlns:a16="http://schemas.microsoft.com/office/drawing/2014/main" id="{1FE73FA4-A49D-2910-FA9F-D8D523324845}"/>
              </a:ext>
            </a:extLst>
          </p:cNvPr>
          <p:cNvSpPr txBox="1"/>
          <p:nvPr userDrawn="1"/>
        </p:nvSpPr>
        <p:spPr>
          <a:xfrm>
            <a:off x="8710265" y="1622242"/>
            <a:ext cx="2492804" cy="3316421"/>
          </a:xfrm>
          <a:prstGeom prst="rect">
            <a:avLst/>
          </a:prstGeom>
          <a:noFill/>
        </p:spPr>
        <p:txBody>
          <a:bodyPr wrap="square" lIns="0" tIns="0" rIns="0" bIns="0">
            <a:spAutoFit/>
          </a:bodyPr>
          <a:lstStyle/>
          <a:p>
            <a:pPr marL="0" marR="0" lvl="0" indent="0" algn="l" defTabSz="914309" rtl="0" eaLnBrk="1" fontAlgn="auto" latinLnBrk="0" hangingPunct="1">
              <a:lnSpc>
                <a:spcPct val="110000"/>
              </a:lnSpc>
              <a:spcBef>
                <a:spcPts val="0"/>
              </a:spcBef>
              <a:spcAft>
                <a:spcPts val="400"/>
              </a:spcAft>
              <a:buClrTx/>
              <a:buSzTx/>
              <a:buFontTx/>
              <a:buNone/>
              <a:tabLst>
                <a:tab pos="458811" algn="l"/>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sym typeface="Wingdings 3" panose="05040102010807070707" pitchFamily="18" charset="2"/>
              </a:rPr>
              <a:t>Important note about pasting entire slides from old documents: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1"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Avoid copying entire slides from older presentations</a:t>
            </a:r>
            <a:r>
              <a:rPr lang="en-US" sz="800" b="1" dirty="0">
                <a:solidFill>
                  <a:schemeClr val="accent5"/>
                </a:solidFill>
                <a:latin typeface="Sora-SIA"/>
                <a:sym typeface="Wingdings 3" panose="05040102010807070707" pitchFamily="18" charset="2"/>
              </a:rPr>
              <a:t>.</a:t>
            </a: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If you do, paste with </a:t>
            </a:r>
            <a:r>
              <a:rPr kumimoji="0" lang="en-US" sz="800" b="1"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Use Designation Theme</a:t>
            </a: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 option.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This will prevent unwanted slide masters from being inserted into the doc and will force correct fonts and colors.  You will also need to manually apply all template attributes. </a:t>
            </a:r>
          </a:p>
          <a:p>
            <a:pPr marL="0" marR="0" lvl="0" indent="0" algn="l" defTabSz="914446" rtl="0" eaLnBrk="1" fontAlgn="auto" latinLnBrk="0" hangingPunct="1">
              <a:lnSpc>
                <a:spcPct val="110000"/>
              </a:lnSpc>
              <a:spcBef>
                <a:spcPts val="0"/>
              </a:spcBef>
              <a:spcAft>
                <a:spcPts val="400"/>
              </a:spcAft>
              <a:buClr>
                <a:srgbClr val="00DECC"/>
              </a:buClr>
              <a:buSzPct val="115000"/>
              <a:buFont typeface="Sora-SIA" pitchFamily="2" charset="0"/>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If you do not use this method:</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Slides will not be the correct style and format and will make the deck look like a cobbled together Frankenstein.</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They will carry over old Master Slide sets with them, adding to file size and complexity.</a:t>
            </a:r>
          </a:p>
          <a:p>
            <a:pPr marL="173038" marR="0" lvl="0" indent="-173038" algn="l" defTabSz="914446" rtl="0" eaLnBrk="1" fontAlgn="auto" latinLnBrk="0" hangingPunct="1">
              <a:lnSpc>
                <a:spcPct val="110000"/>
              </a:lnSpc>
              <a:spcBef>
                <a:spcPts val="0"/>
              </a:spcBef>
              <a:spcAft>
                <a:spcPts val="400"/>
              </a:spcAft>
              <a:buClrTx/>
              <a:buSzPct val="100000"/>
              <a:buFont typeface="+mj-lt"/>
              <a:buAutoNum type="arabicPeriod"/>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They could corrupt the document.</a:t>
            </a:r>
          </a:p>
          <a:p>
            <a:pPr marL="0" marR="0" lvl="0" indent="0" algn="l" defTabSz="914446" rtl="0" eaLnBrk="1" fontAlgn="auto" latinLnBrk="0" hangingPunct="1">
              <a:lnSpc>
                <a:spcPct val="110000"/>
              </a:lnSpc>
              <a:spcBef>
                <a:spcPts val="0"/>
              </a:spcBef>
              <a:spcAft>
                <a:spcPts val="400"/>
              </a:spcAft>
              <a:buClr>
                <a:srgbClr val="00DECC"/>
              </a:buClr>
              <a:buSzPct val="115000"/>
              <a:buFont typeface="+mj-lt"/>
              <a:buNone/>
              <a:tabLst>
                <a:tab pos="458811" algn="l"/>
              </a:tabLst>
              <a:defRPr/>
            </a:pPr>
            <a:r>
              <a:rPr kumimoji="0" lang="en-US" sz="800" b="0" i="0" u="none" strike="noStrike" kern="1200" cap="none" spc="0" normalizeH="0" baseline="0" noProof="0" dirty="0">
                <a:ln>
                  <a:noFill/>
                </a:ln>
                <a:solidFill>
                  <a:srgbClr val="455669"/>
                </a:solidFill>
                <a:effectLst/>
                <a:uLnTx/>
                <a:uFillTx/>
                <a:latin typeface="Sora-SIA"/>
                <a:ea typeface="+mn-ea"/>
                <a:cs typeface="+mn-cs"/>
                <a:sym typeface="Wingdings 3" panose="05040102010807070707" pitchFamily="18" charset="2"/>
              </a:rPr>
              <a:t>Instead, copy and paste text and images into a new slide layout using the method shown here. This will go faster than you think, and the results will be superior.</a:t>
            </a:r>
          </a:p>
        </p:txBody>
      </p:sp>
      <p:grpSp>
        <p:nvGrpSpPr>
          <p:cNvPr id="42" name="Group 41">
            <a:extLst>
              <a:ext uri="{FF2B5EF4-FFF2-40B4-BE49-F238E27FC236}">
                <a16:creationId xmlns:a16="http://schemas.microsoft.com/office/drawing/2014/main" id="{E98EE542-A518-6200-B008-A0F835B05BD5}"/>
              </a:ext>
            </a:extLst>
          </p:cNvPr>
          <p:cNvGrpSpPr/>
          <p:nvPr userDrawn="1"/>
        </p:nvGrpSpPr>
        <p:grpSpPr>
          <a:xfrm>
            <a:off x="8710265" y="5008165"/>
            <a:ext cx="1454245" cy="890355"/>
            <a:chOff x="428625" y="2639446"/>
            <a:chExt cx="2788823" cy="1707445"/>
          </a:xfrm>
        </p:grpSpPr>
        <p:pic>
          <p:nvPicPr>
            <p:cNvPr id="43" name="Picture 42">
              <a:extLst>
                <a:ext uri="{FF2B5EF4-FFF2-40B4-BE49-F238E27FC236}">
                  <a16:creationId xmlns:a16="http://schemas.microsoft.com/office/drawing/2014/main" id="{C809D5B3-3AEB-4702-A61F-CDC5C87C09C9}"/>
                </a:ext>
              </a:extLst>
            </p:cNvPr>
            <p:cNvPicPr>
              <a:picLocks noChangeAspect="1"/>
            </p:cNvPicPr>
            <p:nvPr userDrawn="1"/>
          </p:nvPicPr>
          <p:blipFill>
            <a:blip r:embed="rId6"/>
            <a:stretch>
              <a:fillRect/>
            </a:stretch>
          </p:blipFill>
          <p:spPr>
            <a:xfrm>
              <a:off x="428625" y="2639446"/>
              <a:ext cx="1959801" cy="1277284"/>
            </a:xfrm>
            <a:prstGeom prst="roundRect">
              <a:avLst>
                <a:gd name="adj" fmla="val 10013"/>
              </a:avLst>
            </a:prstGeom>
          </p:spPr>
        </p:pic>
        <p:sp>
          <p:nvSpPr>
            <p:cNvPr id="44" name="Rectangle: Rounded Corners 43">
              <a:extLst>
                <a:ext uri="{FF2B5EF4-FFF2-40B4-BE49-F238E27FC236}">
                  <a16:creationId xmlns:a16="http://schemas.microsoft.com/office/drawing/2014/main" id="{EE9F121D-4394-5DCF-6F8A-0B26A2CEBE39}"/>
                </a:ext>
              </a:extLst>
            </p:cNvPr>
            <p:cNvSpPr/>
            <p:nvPr userDrawn="1"/>
          </p:nvSpPr>
          <p:spPr>
            <a:xfrm>
              <a:off x="1383667" y="3222800"/>
              <a:ext cx="353201" cy="353201"/>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5" name="Rectangle: Rounded Corners 44">
              <a:extLst>
                <a:ext uri="{FF2B5EF4-FFF2-40B4-BE49-F238E27FC236}">
                  <a16:creationId xmlns:a16="http://schemas.microsoft.com/office/drawing/2014/main" id="{2D936EF3-34BA-BCF1-B930-A0FAE04F92ED}"/>
                </a:ext>
              </a:extLst>
            </p:cNvPr>
            <p:cNvSpPr/>
            <p:nvPr/>
          </p:nvSpPr>
          <p:spPr>
            <a:xfrm>
              <a:off x="493150" y="3222799"/>
              <a:ext cx="353201" cy="353201"/>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46" name="Straight Arrow Connector 45">
              <a:extLst>
                <a:ext uri="{FF2B5EF4-FFF2-40B4-BE49-F238E27FC236}">
                  <a16:creationId xmlns:a16="http://schemas.microsoft.com/office/drawing/2014/main" id="{4174B612-2E56-301A-9F80-8797F5D45D64}"/>
                </a:ext>
              </a:extLst>
            </p:cNvPr>
            <p:cNvCxnSpPr>
              <a:cxnSpLocks/>
            </p:cNvCxnSpPr>
            <p:nvPr/>
          </p:nvCxnSpPr>
          <p:spPr>
            <a:xfrm>
              <a:off x="663553" y="3576000"/>
              <a:ext cx="0" cy="627510"/>
            </a:xfrm>
            <a:prstGeom prst="straightConnector1">
              <a:avLst/>
            </a:prstGeom>
            <a:ln w="12700">
              <a:headEnd type="arrow" w="lg" len="med"/>
              <a:tailEnd type="none" w="med" len="me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D1CDCA5-3220-5940-C1F9-2C21E59206BD}"/>
                </a:ext>
              </a:extLst>
            </p:cNvPr>
            <p:cNvSpPr txBox="1"/>
            <p:nvPr/>
          </p:nvSpPr>
          <p:spPr>
            <a:xfrm>
              <a:off x="761875" y="4087390"/>
              <a:ext cx="2455573" cy="259501"/>
            </a:xfrm>
            <a:prstGeom prst="rect">
              <a:avLst/>
            </a:prstGeom>
            <a:noFill/>
          </p:spPr>
          <p:txBody>
            <a:bodyPr wrap="square" lIns="0" tIns="0" rIns="0" bIns="0" rtlCol="0" anchor="t" anchorCtr="0">
              <a:noAutofit/>
            </a:bodyPr>
            <a:lstStyle/>
            <a:p>
              <a:pPr algn="l"/>
              <a:r>
                <a:rPr lang="en-US" sz="800" dirty="0"/>
                <a:t>Use Destination Theme</a:t>
              </a:r>
            </a:p>
          </p:txBody>
        </p:sp>
      </p:grpSp>
      <p:pic>
        <p:nvPicPr>
          <p:cNvPr id="20" name="Picture 19">
            <a:extLst>
              <a:ext uri="{FF2B5EF4-FFF2-40B4-BE49-F238E27FC236}">
                <a16:creationId xmlns:a16="http://schemas.microsoft.com/office/drawing/2014/main" id="{786EDED8-BEEE-A4CE-F0B9-53FC7EC9891D}"/>
              </a:ext>
            </a:extLst>
          </p:cNvPr>
          <p:cNvPicPr>
            <a:picLocks noChangeAspect="1"/>
          </p:cNvPicPr>
          <p:nvPr userDrawn="1"/>
        </p:nvPicPr>
        <p:blipFill>
          <a:blip r:embed="rId7"/>
          <a:stretch>
            <a:fillRect/>
          </a:stretch>
        </p:blipFill>
        <p:spPr>
          <a:xfrm>
            <a:off x="6213475" y="5830861"/>
            <a:ext cx="1116581" cy="722250"/>
          </a:xfrm>
          <a:prstGeom prst="roundRect">
            <a:avLst>
              <a:gd name="adj" fmla="val 9150"/>
            </a:avLst>
          </a:prstGeom>
        </p:spPr>
      </p:pic>
    </p:spTree>
    <p:extLst>
      <p:ext uri="{BB962C8B-B14F-4D97-AF65-F5344CB8AC3E}">
        <p14:creationId xmlns:p14="http://schemas.microsoft.com/office/powerpoint/2010/main" val="1291279494"/>
      </p:ext>
    </p:extLst>
  </p:cSld>
  <p:clrMapOvr>
    <a:masterClrMapping/>
  </p:clrMapOvr>
  <p:transition>
    <p:fade/>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ow to us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48" name="TextBox 47">
            <a:extLst>
              <a:ext uri="{FF2B5EF4-FFF2-40B4-BE49-F238E27FC236}">
                <a16:creationId xmlns:a16="http://schemas.microsoft.com/office/drawing/2014/main" id="{866FA42F-BC1E-9BA5-9D97-C70A0DB0F95A}"/>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a:solidFill>
                  <a:schemeClr val="tx1"/>
                </a:solidFill>
                <a:latin typeface="+mj-lt"/>
                <a:ea typeface="+mj-ea"/>
                <a:cs typeface="+mj-cs"/>
              </a:rPr>
              <a:t>How to use the template </a:t>
            </a:r>
            <a:r>
              <a:rPr lang="en-US" sz="1200" kern="1200">
                <a:solidFill>
                  <a:srgbClr val="8796A9"/>
                </a:solidFill>
                <a:latin typeface="+mj-lt"/>
                <a:ea typeface="+mj-ea"/>
                <a:cs typeface="+mj-cs"/>
              </a:rPr>
              <a:t>[Delete before use]</a:t>
            </a:r>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userDrawn="1">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18" name="TextBox 17">
            <a:extLst>
              <a:ext uri="{FF2B5EF4-FFF2-40B4-BE49-F238E27FC236}">
                <a16:creationId xmlns:a16="http://schemas.microsoft.com/office/drawing/2014/main" id="{83D2070E-4F24-42C3-C3D3-41964AE2998C}"/>
              </a:ext>
            </a:extLst>
          </p:cNvPr>
          <p:cNvSpPr txBox="1"/>
          <p:nvPr userDrawn="1"/>
        </p:nvSpPr>
        <p:spPr>
          <a:xfrm>
            <a:off x="425067" y="1523933"/>
            <a:ext cx="1691125" cy="1501565"/>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Keep corner radius consistent</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If you need to change the size and proportion of a box with rounded corners, be sure to make them the same corner radius as boxes shown in the master layouts. This can be adjusted by eye using the corner handle, as shown below.</a:t>
            </a:r>
          </a:p>
        </p:txBody>
      </p:sp>
      <p:pic>
        <p:nvPicPr>
          <p:cNvPr id="19" name="Picture 18">
            <a:extLst>
              <a:ext uri="{FF2B5EF4-FFF2-40B4-BE49-F238E27FC236}">
                <a16:creationId xmlns:a16="http://schemas.microsoft.com/office/drawing/2014/main" id="{6D29AFD8-3FD0-C47B-027D-1E784906E49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3365" y="3091453"/>
            <a:ext cx="1203999" cy="706572"/>
          </a:xfrm>
          <a:prstGeom prst="rect">
            <a:avLst/>
          </a:prstGeom>
        </p:spPr>
      </p:pic>
      <p:cxnSp>
        <p:nvCxnSpPr>
          <p:cNvPr id="20" name="Straight Arrow Connector 19">
            <a:extLst>
              <a:ext uri="{FF2B5EF4-FFF2-40B4-BE49-F238E27FC236}">
                <a16:creationId xmlns:a16="http://schemas.microsoft.com/office/drawing/2014/main" id="{4B5023A4-6EE3-4362-2B87-5E1D6667705C}"/>
              </a:ext>
            </a:extLst>
          </p:cNvPr>
          <p:cNvCxnSpPr>
            <a:cxnSpLocks/>
          </p:cNvCxnSpPr>
          <p:nvPr userDrawn="1"/>
        </p:nvCxnSpPr>
        <p:spPr>
          <a:xfrm flipV="1">
            <a:off x="827260" y="3329207"/>
            <a:ext cx="0" cy="153538"/>
          </a:xfrm>
          <a:prstGeom prst="straightConnector1">
            <a:avLst/>
          </a:prstGeom>
          <a:ln w="12700">
            <a:solidFill>
              <a:schemeClr val="accent1"/>
            </a:solidFill>
            <a:tailEnd type="arrow" w="med" len="sm"/>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BEE1CD92-5F47-14F1-378C-E8B9B8E4A645}"/>
              </a:ext>
            </a:extLst>
          </p:cNvPr>
          <p:cNvGrpSpPr/>
          <p:nvPr userDrawn="1"/>
        </p:nvGrpSpPr>
        <p:grpSpPr>
          <a:xfrm>
            <a:off x="2353880" y="2799338"/>
            <a:ext cx="1691125" cy="1216420"/>
            <a:chOff x="5988066" y="2536313"/>
            <a:chExt cx="2207404" cy="1587778"/>
          </a:xfrm>
        </p:grpSpPr>
        <p:pic>
          <p:nvPicPr>
            <p:cNvPr id="22" name="Picture 21">
              <a:extLst>
                <a:ext uri="{FF2B5EF4-FFF2-40B4-BE49-F238E27FC236}">
                  <a16:creationId xmlns:a16="http://schemas.microsoft.com/office/drawing/2014/main" id="{36D625F6-BCA3-C576-A637-53D1762C41B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988066" y="3473190"/>
              <a:ext cx="2207404" cy="650901"/>
            </a:xfrm>
            <a:prstGeom prst="rect">
              <a:avLst/>
            </a:prstGeom>
          </p:spPr>
        </p:pic>
        <p:pic>
          <p:nvPicPr>
            <p:cNvPr id="30" name="Picture 29">
              <a:extLst>
                <a:ext uri="{FF2B5EF4-FFF2-40B4-BE49-F238E27FC236}">
                  <a16:creationId xmlns:a16="http://schemas.microsoft.com/office/drawing/2014/main" id="{C556F7A4-210F-7746-534B-F006305C0B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988066" y="2536313"/>
              <a:ext cx="2207404" cy="650901"/>
            </a:xfrm>
            <a:prstGeom prst="rect">
              <a:avLst/>
            </a:prstGeom>
          </p:spPr>
        </p:pic>
      </p:grpSp>
      <p:sp>
        <p:nvSpPr>
          <p:cNvPr id="31" name="TextBox 30">
            <a:extLst>
              <a:ext uri="{FF2B5EF4-FFF2-40B4-BE49-F238E27FC236}">
                <a16:creationId xmlns:a16="http://schemas.microsoft.com/office/drawing/2014/main" id="{54ED4A6F-2892-E30C-EF2A-A91CDA6B839E}"/>
              </a:ext>
            </a:extLst>
          </p:cNvPr>
          <p:cNvSpPr txBox="1"/>
          <p:nvPr userDrawn="1"/>
        </p:nvSpPr>
        <p:spPr>
          <a:xfrm>
            <a:off x="2353880" y="1532827"/>
            <a:ext cx="1691125" cy="117993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a:ln>
                  <a:noFill/>
                </a:ln>
                <a:solidFill>
                  <a:schemeClr val="tx1"/>
                </a:solidFill>
                <a:effectLst/>
                <a:uLnTx/>
                <a:uFillTx/>
                <a:latin typeface="Sora-SIA"/>
                <a:ea typeface="+mn-ea"/>
                <a:cs typeface="+mn-cs"/>
              </a:rPr>
              <a:t>Aligning boxes</a:t>
            </a:r>
            <a:endParaRPr kumimoji="0" lang="en-US" sz="1000" b="0" i="0" u="none" strike="noStrike" kern="1200" cap="none" spc="0" normalizeH="0" baseline="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a:sym typeface="Wingdings 3" panose="05040102010807070707" pitchFamily="18" charset="2"/>
              </a:rPr>
              <a:t>There are many design elements that appear to be one unit, but are actually made from two separate boxes. If they become misaligned, go the </a:t>
            </a:r>
            <a:r>
              <a:rPr lang="en-US" sz="800" b="1">
                <a:sym typeface="Wingdings 3" panose="05040102010807070707" pitchFamily="18" charset="2"/>
              </a:rPr>
              <a:t>Shape Format Ribbon</a:t>
            </a:r>
            <a:r>
              <a:rPr lang="en-US" sz="800" b="0">
                <a:sym typeface="Wingdings 3" panose="05040102010807070707" pitchFamily="18" charset="2"/>
              </a:rPr>
              <a:t> and under </a:t>
            </a:r>
            <a:r>
              <a:rPr lang="en-US" sz="800" b="1">
                <a:sym typeface="Wingdings 3" panose="05040102010807070707" pitchFamily="18" charset="2"/>
              </a:rPr>
              <a:t>Align</a:t>
            </a:r>
            <a:r>
              <a:rPr lang="en-US" sz="800" b="0">
                <a:sym typeface="Wingdings 3" panose="05040102010807070707" pitchFamily="18" charset="2"/>
              </a:rPr>
              <a:t> select </a:t>
            </a:r>
            <a:r>
              <a:rPr lang="en-US" sz="800" b="1">
                <a:sym typeface="Wingdings 3" panose="05040102010807070707" pitchFamily="18" charset="2"/>
              </a:rPr>
              <a:t>Align Center.</a:t>
            </a:r>
            <a:endParaRPr lang="en-US" sz="800" b="1"/>
          </a:p>
        </p:txBody>
      </p:sp>
      <p:cxnSp>
        <p:nvCxnSpPr>
          <p:cNvPr id="32" name="Straight Arrow Connector 31">
            <a:extLst>
              <a:ext uri="{FF2B5EF4-FFF2-40B4-BE49-F238E27FC236}">
                <a16:creationId xmlns:a16="http://schemas.microsoft.com/office/drawing/2014/main" id="{E6D6EBB9-6F23-1BAD-93E6-22DCBB0C18BD}"/>
              </a:ext>
            </a:extLst>
          </p:cNvPr>
          <p:cNvCxnSpPr>
            <a:cxnSpLocks/>
          </p:cNvCxnSpPr>
          <p:nvPr userDrawn="1"/>
        </p:nvCxnSpPr>
        <p:spPr>
          <a:xfrm>
            <a:off x="3864506" y="3140131"/>
            <a:ext cx="0" cy="593718"/>
          </a:xfrm>
          <a:prstGeom prst="straightConnector1">
            <a:avLst/>
          </a:prstGeom>
          <a:ln w="12700">
            <a:solidFill>
              <a:schemeClr val="accent1"/>
            </a:solidFill>
            <a:headEnd w="lg" len="sm"/>
            <a:tailEnd type="arrow" w="lg" len="med"/>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34D44AA1-B9D7-6DA1-3DB1-755E05D73B68}"/>
              </a:ext>
            </a:extLst>
          </p:cNvPr>
          <p:cNvSpPr/>
          <p:nvPr userDrawn="1"/>
        </p:nvSpPr>
        <p:spPr>
          <a:xfrm>
            <a:off x="3774890" y="2956741"/>
            <a:ext cx="183391" cy="183391"/>
          </a:xfrm>
          <a:prstGeom prst="ellipse">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37" name="Picture 36">
            <a:extLst>
              <a:ext uri="{FF2B5EF4-FFF2-40B4-BE49-F238E27FC236}">
                <a16:creationId xmlns:a16="http://schemas.microsoft.com/office/drawing/2014/main" id="{B8C08FB9-66D1-4CC3-EA94-A6B360D4587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353880" y="4234848"/>
            <a:ext cx="1691126" cy="831392"/>
          </a:xfrm>
          <a:prstGeom prst="rect">
            <a:avLst/>
          </a:prstGeom>
        </p:spPr>
      </p:pic>
      <p:sp>
        <p:nvSpPr>
          <p:cNvPr id="38" name="Rectangle: Rounded Corners 37">
            <a:extLst>
              <a:ext uri="{FF2B5EF4-FFF2-40B4-BE49-F238E27FC236}">
                <a16:creationId xmlns:a16="http://schemas.microsoft.com/office/drawing/2014/main" id="{0C8449B1-F2A1-A6F0-6798-90F9BDEAB558}"/>
              </a:ext>
            </a:extLst>
          </p:cNvPr>
          <p:cNvSpPr/>
          <p:nvPr userDrawn="1"/>
        </p:nvSpPr>
        <p:spPr>
          <a:xfrm>
            <a:off x="2656168" y="4845841"/>
            <a:ext cx="540745" cy="12855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9" name="TextBox 38">
            <a:extLst>
              <a:ext uri="{FF2B5EF4-FFF2-40B4-BE49-F238E27FC236}">
                <a16:creationId xmlns:a16="http://schemas.microsoft.com/office/drawing/2014/main" id="{F5C79980-FB67-AE9F-C6C1-CF0316553984}"/>
              </a:ext>
            </a:extLst>
          </p:cNvPr>
          <p:cNvSpPr txBox="1"/>
          <p:nvPr userDrawn="1"/>
        </p:nvSpPr>
        <p:spPr>
          <a:xfrm>
            <a:off x="4280988" y="1534690"/>
            <a:ext cx="1691242" cy="2140654"/>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Copying and </a:t>
            </a:r>
            <a:br>
              <a:rPr kumimoji="0" lang="en-US" sz="1000" b="0" i="0" u="none" strike="noStrike" kern="1200" cap="none" spc="0" normalizeH="0" baseline="0" noProof="0" dirty="0">
                <a:ln>
                  <a:noFill/>
                </a:ln>
                <a:solidFill>
                  <a:schemeClr val="tx1"/>
                </a:solidFill>
                <a:effectLst/>
                <a:uLnTx/>
                <a:uFillTx/>
                <a:latin typeface="Sora-SIA"/>
                <a:ea typeface="+mn-ea"/>
                <a:cs typeface="+mn-cs"/>
              </a:rPr>
            </a:br>
            <a:r>
              <a:rPr kumimoji="0" lang="en-US" sz="1000" b="0" i="0" u="none" strike="noStrike" kern="1200" cap="none" spc="0" normalizeH="0" baseline="0" noProof="0" dirty="0">
                <a:ln>
                  <a:noFill/>
                </a:ln>
                <a:solidFill>
                  <a:schemeClr val="tx1"/>
                </a:solidFill>
                <a:effectLst/>
                <a:uLnTx/>
                <a:uFillTx/>
                <a:latin typeface="Sora-SIA"/>
                <a:ea typeface="+mn-ea"/>
                <a:cs typeface="+mn-cs"/>
              </a:rPr>
              <a:t>applying styles</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b="0" dirty="0">
                <a:sym typeface="Wingdings 3" panose="05040102010807070707" pitchFamily="18" charset="2"/>
              </a:rPr>
              <a:t>To make styles consistent, you can copy styles from other elements and text.  </a:t>
            </a:r>
          </a:p>
          <a:p>
            <a:pPr>
              <a:lnSpc>
                <a:spcPct val="110000"/>
              </a:lnSpc>
              <a:spcAft>
                <a:spcPts val="400"/>
              </a:spcAft>
              <a:tabLst>
                <a:tab pos="458811" algn="l"/>
              </a:tabLst>
            </a:pPr>
            <a:r>
              <a:rPr lang="en-US" sz="800" b="0" dirty="0">
                <a:sym typeface="Wingdings 3" panose="05040102010807070707" pitchFamily="18" charset="2"/>
              </a:rPr>
              <a:t>Select the text that you want to copy the style, and click on the </a:t>
            </a:r>
            <a:r>
              <a:rPr lang="en-US" sz="800" b="1" dirty="0">
                <a:sym typeface="Wingdings 3" panose="05040102010807070707" pitchFamily="18" charset="2"/>
              </a:rPr>
              <a:t>Format Painter </a:t>
            </a:r>
            <a:r>
              <a:rPr lang="en-US" sz="800" b="0" dirty="0">
                <a:sym typeface="Wingdings 3" panose="05040102010807070707" pitchFamily="18" charset="2"/>
              </a:rPr>
              <a:t>on the far left of the </a:t>
            </a:r>
            <a:r>
              <a:rPr lang="en-US" sz="800" b="1" dirty="0">
                <a:sym typeface="Wingdings 3" panose="05040102010807070707" pitchFamily="18" charset="2"/>
              </a:rPr>
              <a:t>Home Ribbon</a:t>
            </a:r>
            <a:r>
              <a:rPr lang="en-US" sz="800" b="0" dirty="0">
                <a:sym typeface="Wingdings 3" panose="05040102010807070707" pitchFamily="18" charset="2"/>
              </a:rPr>
              <a:t>. Then highlight the text you want the style applied to and it will update it.  Shift-clicking on Format Painter will make it stick, so you can apply repeatedly.</a:t>
            </a:r>
            <a:endParaRPr lang="en-US" sz="800" b="1" dirty="0"/>
          </a:p>
        </p:txBody>
      </p:sp>
      <p:pic>
        <p:nvPicPr>
          <p:cNvPr id="41" name="Picture 40">
            <a:extLst>
              <a:ext uri="{FF2B5EF4-FFF2-40B4-BE49-F238E27FC236}">
                <a16:creationId xmlns:a16="http://schemas.microsoft.com/office/drawing/2014/main" id="{08EC23E2-9FDF-36FC-7260-C73B84ED2C6E}"/>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278464" y="3707279"/>
            <a:ext cx="1096669" cy="788557"/>
          </a:xfrm>
          <a:prstGeom prst="rect">
            <a:avLst/>
          </a:prstGeom>
        </p:spPr>
      </p:pic>
      <p:sp>
        <p:nvSpPr>
          <p:cNvPr id="43" name="Rectangle: Rounded Corners 42">
            <a:extLst>
              <a:ext uri="{FF2B5EF4-FFF2-40B4-BE49-F238E27FC236}">
                <a16:creationId xmlns:a16="http://schemas.microsoft.com/office/drawing/2014/main" id="{D7D0D758-C3EF-63E2-F518-2295F17E7440}"/>
              </a:ext>
            </a:extLst>
          </p:cNvPr>
          <p:cNvSpPr/>
          <p:nvPr userDrawn="1"/>
        </p:nvSpPr>
        <p:spPr>
          <a:xfrm>
            <a:off x="4633933" y="4224836"/>
            <a:ext cx="626323" cy="151467"/>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3" name="TextBox 2">
            <a:extLst>
              <a:ext uri="{FF2B5EF4-FFF2-40B4-BE49-F238E27FC236}">
                <a16:creationId xmlns:a16="http://schemas.microsoft.com/office/drawing/2014/main" id="{572D5A69-2157-1486-0FEE-E81A1A1342F5}"/>
              </a:ext>
            </a:extLst>
          </p:cNvPr>
          <p:cNvSpPr txBox="1"/>
          <p:nvPr userDrawn="1"/>
        </p:nvSpPr>
        <p:spPr>
          <a:xfrm>
            <a:off x="6208213" y="1534690"/>
            <a:ext cx="2671763" cy="1523308"/>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sym typeface="Wingdings 3" panose="05040102010807070707" pitchFamily="18" charset="2"/>
              </a:rPr>
              <a:t>Placing images</a:t>
            </a:r>
            <a:endParaRPr kumimoji="0" lang="en-US" sz="1000" b="0" i="0" u="none" strike="noStrike" kern="1200" cap="none" spc="0" normalizeH="0" baseline="0" dirty="0">
              <a:ln>
                <a:noFill/>
              </a:ln>
              <a:solidFill>
                <a:schemeClr val="tx1"/>
              </a:solidFill>
              <a:effectLst/>
              <a:uLnTx/>
              <a:uFillTx/>
              <a:latin typeface="Sora-SIA"/>
              <a:ea typeface="+mn-ea"/>
              <a:cs typeface="+mn-cs"/>
              <a:sym typeface="Wingdings 3" panose="05040102010807070707" pitchFamily="18" charset="2"/>
            </a:endParaRPr>
          </a:p>
          <a:p>
            <a:pPr>
              <a:lnSpc>
                <a:spcPct val="110000"/>
              </a:lnSpc>
              <a:spcAft>
                <a:spcPts val="400"/>
              </a:spcAft>
              <a:tabLst>
                <a:tab pos="458811" algn="l"/>
              </a:tabLst>
            </a:pPr>
            <a:r>
              <a:rPr lang="en-US" sz="800" dirty="0">
                <a:sym typeface="Wingdings 3" panose="05040102010807070707" pitchFamily="18" charset="2"/>
              </a:rPr>
              <a:t>If they are existing slides, they will contain an image. To update the image, with a new one, either drag and drop a new image from a folder over it, or do the following: </a:t>
            </a:r>
          </a:p>
          <a:p>
            <a:pPr>
              <a:lnSpc>
                <a:spcPct val="110000"/>
              </a:lnSpc>
              <a:spcAft>
                <a:spcPts val="400"/>
              </a:spcAft>
              <a:tabLst>
                <a:tab pos="458811" algn="l"/>
              </a:tabLst>
            </a:pPr>
            <a:r>
              <a:rPr lang="en-US" sz="800" dirty="0">
                <a:sym typeface="Wingdings 3" panose="05040102010807070707" pitchFamily="18" charset="2"/>
              </a:rPr>
              <a:t>Right-click on the image and select </a:t>
            </a:r>
            <a:r>
              <a:rPr lang="en-US" sz="800" b="1" dirty="0">
                <a:sym typeface="Wingdings 3" panose="05040102010807070707" pitchFamily="18" charset="2"/>
              </a:rPr>
              <a:t>Change Picture</a:t>
            </a:r>
            <a:r>
              <a:rPr lang="en-US" sz="800" dirty="0">
                <a:sym typeface="Wingdings 3" panose="05040102010807070707" pitchFamily="18" charset="2"/>
              </a:rPr>
              <a:t>; then select </a:t>
            </a:r>
            <a:r>
              <a:rPr lang="en-US" sz="800" b="1" dirty="0">
                <a:sym typeface="Wingdings 3" panose="05040102010807070707" pitchFamily="18" charset="2"/>
              </a:rPr>
              <a:t>This device… </a:t>
            </a:r>
            <a:r>
              <a:rPr lang="en-US" sz="800" dirty="0">
                <a:sym typeface="Wingdings 3" panose="05040102010807070707" pitchFamily="18" charset="2"/>
              </a:rPr>
              <a:t>if you are going to navigate to a folder, or </a:t>
            </a:r>
            <a:r>
              <a:rPr lang="en-US" sz="800" b="1" dirty="0">
                <a:sym typeface="Wingdings 3" panose="05040102010807070707" pitchFamily="18" charset="2"/>
              </a:rPr>
              <a:t>From</a:t>
            </a:r>
            <a:r>
              <a:rPr lang="en-US" sz="800" dirty="0">
                <a:sym typeface="Wingdings 3" panose="05040102010807070707" pitchFamily="18" charset="2"/>
              </a:rPr>
              <a:t> </a:t>
            </a:r>
            <a:r>
              <a:rPr lang="en-US" sz="800" b="1" dirty="0">
                <a:sym typeface="Wingdings 3" panose="05040102010807070707" pitchFamily="18" charset="2"/>
              </a:rPr>
              <a:t>Clipboard…</a:t>
            </a:r>
            <a:r>
              <a:rPr lang="en-US" sz="800" dirty="0">
                <a:sym typeface="Wingdings 3" panose="05040102010807070707" pitchFamily="18" charset="2"/>
              </a:rPr>
              <a:t> if you have copied an image.</a:t>
            </a:r>
          </a:p>
        </p:txBody>
      </p:sp>
      <p:pic>
        <p:nvPicPr>
          <p:cNvPr id="5" name="Picture 4">
            <a:extLst>
              <a:ext uri="{FF2B5EF4-FFF2-40B4-BE49-F238E27FC236}">
                <a16:creationId xmlns:a16="http://schemas.microsoft.com/office/drawing/2014/main" id="{7A380D1F-9B61-FA2A-2F73-8A65A886FC33}"/>
              </a:ext>
            </a:extLst>
          </p:cNvPr>
          <p:cNvPicPr>
            <a:picLocks noChangeAspect="1"/>
          </p:cNvPicPr>
          <p:nvPr userDrawn="1"/>
        </p:nvPicPr>
        <p:blipFill>
          <a:blip r:embed="rId8"/>
          <a:stretch>
            <a:fillRect/>
          </a:stretch>
        </p:blipFill>
        <p:spPr>
          <a:xfrm>
            <a:off x="6195424" y="2993805"/>
            <a:ext cx="2684554" cy="2025115"/>
          </a:xfrm>
          <a:prstGeom prst="roundRect">
            <a:avLst>
              <a:gd name="adj" fmla="val 5209"/>
            </a:avLst>
          </a:prstGeom>
        </p:spPr>
      </p:pic>
      <p:sp>
        <p:nvSpPr>
          <p:cNvPr id="7" name="TextBox 6">
            <a:extLst>
              <a:ext uri="{FF2B5EF4-FFF2-40B4-BE49-F238E27FC236}">
                <a16:creationId xmlns:a16="http://schemas.microsoft.com/office/drawing/2014/main" id="{ACDA130D-2893-2B5F-F722-4932A5D25F3A}"/>
              </a:ext>
            </a:extLst>
          </p:cNvPr>
          <p:cNvSpPr txBox="1"/>
          <p:nvPr userDrawn="1"/>
        </p:nvSpPr>
        <p:spPr>
          <a:xfrm>
            <a:off x="9115959" y="1757476"/>
            <a:ext cx="1624418" cy="1034477"/>
          </a:xfrm>
          <a:prstGeom prst="rect">
            <a:avLst/>
          </a:prstGeom>
          <a:noFill/>
        </p:spPr>
        <p:txBody>
          <a:bodyPr wrap="square" lIns="0" tIns="0" rIns="0" bIns="0" rtlCol="0">
            <a:noAutofit/>
          </a:bodyPr>
          <a:lstStyle/>
          <a:p>
            <a:pPr>
              <a:lnSpc>
                <a:spcPct val="110000"/>
              </a:lnSpc>
              <a:tabLst>
                <a:tab pos="458811" algn="l"/>
              </a:tabLst>
            </a:pPr>
            <a:r>
              <a:rPr lang="en-US" sz="800" dirty="0">
                <a:sym typeface="Wingdings 3" panose="05040102010807070707" pitchFamily="18" charset="2"/>
              </a:rPr>
              <a:t>If you have inserted a new slide, you will see gray image placeholder boxes. To place an image, simply click on the picture icon at the center and a window will pop up for you to navigate to the image.</a:t>
            </a:r>
          </a:p>
        </p:txBody>
      </p:sp>
      <p:pic>
        <p:nvPicPr>
          <p:cNvPr id="8" name="Picture 7">
            <a:extLst>
              <a:ext uri="{FF2B5EF4-FFF2-40B4-BE49-F238E27FC236}">
                <a16:creationId xmlns:a16="http://schemas.microsoft.com/office/drawing/2014/main" id="{E69C5CB6-8E0F-C317-AC16-3A29D96D74D8}"/>
              </a:ext>
            </a:extLst>
          </p:cNvPr>
          <p:cNvPicPr>
            <a:picLocks noChangeAspect="1"/>
          </p:cNvPicPr>
          <p:nvPr userDrawn="1"/>
        </p:nvPicPr>
        <p:blipFill>
          <a:blip r:embed="rId9"/>
          <a:stretch>
            <a:fillRect/>
          </a:stretch>
        </p:blipFill>
        <p:spPr>
          <a:xfrm>
            <a:off x="9115959" y="2993805"/>
            <a:ext cx="2067240" cy="1562716"/>
          </a:xfrm>
          <a:prstGeom prst="roundRect">
            <a:avLst>
              <a:gd name="adj" fmla="val 5878"/>
            </a:avLst>
          </a:prstGeom>
        </p:spPr>
      </p:pic>
    </p:spTree>
    <p:extLst>
      <p:ext uri="{BB962C8B-B14F-4D97-AF65-F5344CB8AC3E}">
        <p14:creationId xmlns:p14="http://schemas.microsoft.com/office/powerpoint/2010/main" val="266405496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or us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9C6544-8D4E-41FB-9987-D0191D21C7C9}"/>
              </a:ext>
            </a:extLst>
          </p:cNvPr>
          <p:cNvSpPr>
            <a:spLocks noGrp="1"/>
          </p:cNvSpPr>
          <p:nvPr>
            <p:ph type="ftr" sz="quarter" idx="11"/>
          </p:nvPr>
        </p:nvSpPr>
        <p:spPr/>
        <p:txBody>
          <a:bodyPr/>
          <a:lstStyle/>
          <a:p>
            <a:endParaRPr lang="en-US"/>
          </a:p>
        </p:txBody>
      </p:sp>
      <p:sp>
        <p:nvSpPr>
          <p:cNvPr id="2" name="Slide Number Placeholder 3">
            <a:extLst>
              <a:ext uri="{FF2B5EF4-FFF2-40B4-BE49-F238E27FC236}">
                <a16:creationId xmlns:a16="http://schemas.microsoft.com/office/drawing/2014/main" id="{27AC6545-4027-D7EC-90F2-41B335A3E856}"/>
              </a:ext>
            </a:extLst>
          </p:cNvPr>
          <p:cNvSpPr>
            <a:spLocks noGrp="1"/>
          </p:cNvSpPr>
          <p:nvPr>
            <p:ph type="sldNum" sz="quarter" idx="12"/>
          </p:nvPr>
        </p:nvSpPr>
        <p:spPr>
          <a:xfrm>
            <a:off x="428626" y="226993"/>
            <a:ext cx="345302" cy="310533"/>
          </a:xfrm>
        </p:spPr>
        <p:txBody>
          <a:bodyPr/>
          <a:lstStyle/>
          <a:p>
            <a:fld id="{AEAD572E-2F50-43BC-A5A3-42ECFACCA1CC}" type="slidenum">
              <a:rPr lang="en-US" smtClean="0"/>
              <a:pPr/>
              <a:t>‹N°›</a:t>
            </a:fld>
            <a:endParaRPr lang="en-US"/>
          </a:p>
        </p:txBody>
      </p:sp>
      <p:sp>
        <p:nvSpPr>
          <p:cNvPr id="3" name="TextBox 2">
            <a:extLst>
              <a:ext uri="{FF2B5EF4-FFF2-40B4-BE49-F238E27FC236}">
                <a16:creationId xmlns:a16="http://schemas.microsoft.com/office/drawing/2014/main" id="{6DB37E33-608B-D90B-43F9-5DE93B0480B1}"/>
              </a:ext>
            </a:extLst>
          </p:cNvPr>
          <p:cNvSpPr txBox="1"/>
          <p:nvPr userDrawn="1"/>
        </p:nvSpPr>
        <p:spPr>
          <a:xfrm>
            <a:off x="428626" y="2076789"/>
            <a:ext cx="1573946"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Primary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All colors can be used for backgrounds </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White/Sia Gradient are the main background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Cool Black and White can be used for text</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Cool Black is pure black </a:t>
            </a:r>
            <a:br>
              <a:rPr lang="en-US" sz="800" b="0" dirty="0">
                <a:sym typeface="Wingdings 3" panose="05040102010807070707" pitchFamily="18" charset="2"/>
              </a:rPr>
            </a:br>
            <a:r>
              <a:rPr lang="en-US" sz="800" b="0" dirty="0">
                <a:sym typeface="Wingdings 3" panose="05040102010807070707" pitchFamily="18" charset="2"/>
              </a:rPr>
              <a:t>for print</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Sia Teal is reserved for accent colors</a:t>
            </a:r>
            <a:endParaRPr lang="en-US" sz="800" b="1" dirty="0">
              <a:sym typeface="Wingdings 3" panose="05040102010807070707" pitchFamily="18" charset="2"/>
            </a:endParaRPr>
          </a:p>
        </p:txBody>
      </p:sp>
      <p:sp>
        <p:nvSpPr>
          <p:cNvPr id="5" name="TextBox 4">
            <a:extLst>
              <a:ext uri="{FF2B5EF4-FFF2-40B4-BE49-F238E27FC236}">
                <a16:creationId xmlns:a16="http://schemas.microsoft.com/office/drawing/2014/main" id="{DB8B48A3-0B02-3B42-53A4-1751180CD8D3}"/>
              </a:ext>
            </a:extLst>
          </p:cNvPr>
          <p:cNvSpPr txBox="1"/>
          <p:nvPr userDrawn="1"/>
        </p:nvSpPr>
        <p:spPr>
          <a:xfrm>
            <a:off x="428626" y="832450"/>
            <a:ext cx="9001702" cy="407804"/>
          </a:xfrm>
          <a:prstGeom prst="rect">
            <a:avLst/>
          </a:prstGeom>
          <a:noFill/>
        </p:spPr>
        <p:txBody>
          <a:bodyPr wrap="square" lIns="0" tIns="0" rIns="0" bIns="0" rtlCol="0">
            <a:spAutoFit/>
          </a:bodyPr>
          <a:lstStyle/>
          <a:p>
            <a:r>
              <a:rPr lang="en-US" sz="2650" kern="1200" dirty="0">
                <a:solidFill>
                  <a:schemeClr val="tx1"/>
                </a:solidFill>
                <a:latin typeface="+mj-lt"/>
                <a:ea typeface="+mj-ea"/>
                <a:cs typeface="+mj-cs"/>
              </a:rPr>
              <a:t>Color use </a:t>
            </a:r>
            <a:r>
              <a:rPr lang="en-US" sz="1200" kern="1200" dirty="0">
                <a:solidFill>
                  <a:srgbClr val="8796A9"/>
                </a:solidFill>
                <a:latin typeface="+mj-lt"/>
                <a:ea typeface="+mj-ea"/>
                <a:cs typeface="+mj-cs"/>
              </a:rPr>
              <a:t>[Delete before use]</a:t>
            </a:r>
            <a:endParaRPr lang="en-US" sz="2650" kern="1200" dirty="0">
              <a:solidFill>
                <a:srgbClr val="8796A9"/>
              </a:solidFill>
              <a:latin typeface="+mj-lt"/>
              <a:ea typeface="+mj-ea"/>
              <a:cs typeface="+mj-cs"/>
            </a:endParaRPr>
          </a:p>
        </p:txBody>
      </p:sp>
      <p:sp>
        <p:nvSpPr>
          <p:cNvPr id="20" name="TextBox 19">
            <a:extLst>
              <a:ext uri="{FF2B5EF4-FFF2-40B4-BE49-F238E27FC236}">
                <a16:creationId xmlns:a16="http://schemas.microsoft.com/office/drawing/2014/main" id="{10277831-363F-9185-3A2B-F5FF1424988F}"/>
              </a:ext>
            </a:extLst>
          </p:cNvPr>
          <p:cNvSpPr txBox="1"/>
          <p:nvPr userDrawn="1"/>
        </p:nvSpPr>
        <p:spPr>
          <a:xfrm>
            <a:off x="428625" y="4414025"/>
            <a:ext cx="1690688"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Secondary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Used as supporting colors under limited circumstances for backgrounds, accent, highlights, text and illustrations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Cannot be used on their own without the primary colors</a:t>
            </a:r>
            <a:endParaRPr lang="en-US" sz="800" b="1" dirty="0">
              <a:sym typeface="Wingdings 3" panose="05040102010807070707" pitchFamily="18" charset="2"/>
            </a:endParaRPr>
          </a:p>
        </p:txBody>
      </p:sp>
      <p:pic>
        <p:nvPicPr>
          <p:cNvPr id="21" name="Picture 20">
            <a:extLst>
              <a:ext uri="{FF2B5EF4-FFF2-40B4-BE49-F238E27FC236}">
                <a16:creationId xmlns:a16="http://schemas.microsoft.com/office/drawing/2014/main" id="{06254752-FB0D-62B3-58A9-3EAA866920D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8148564" y="2417535"/>
            <a:ext cx="2184512" cy="2643517"/>
          </a:xfrm>
          <a:prstGeom prst="rect">
            <a:avLst/>
          </a:prstGeom>
        </p:spPr>
      </p:pic>
      <p:sp>
        <p:nvSpPr>
          <p:cNvPr id="22" name="TextBox 21">
            <a:extLst>
              <a:ext uri="{FF2B5EF4-FFF2-40B4-BE49-F238E27FC236}">
                <a16:creationId xmlns:a16="http://schemas.microsoft.com/office/drawing/2014/main" id="{CB2D6DC9-CBD6-B443-BE19-94208F1BF1E7}"/>
              </a:ext>
            </a:extLst>
          </p:cNvPr>
          <p:cNvSpPr txBox="1"/>
          <p:nvPr userDrawn="1"/>
        </p:nvSpPr>
        <p:spPr>
          <a:xfrm>
            <a:off x="6210408" y="2076789"/>
            <a:ext cx="1626031" cy="2030581"/>
          </a:xfrm>
          <a:prstGeom prst="rect">
            <a:avLst/>
          </a:prstGeom>
          <a:noFill/>
        </p:spPr>
        <p:txBody>
          <a:bodyPr wrap="square" lIns="0" tIns="0" rIns="0" bIns="0" rtlCol="0">
            <a:noAutofit/>
          </a:bodyPr>
          <a:lstStyle/>
          <a:p>
            <a:pPr marL="0" marR="0" lvl="0" indent="0" algn="l" defTabSz="914446" rtl="0" eaLnBrk="1" fontAlgn="auto" latinLnBrk="0" hangingPunct="1">
              <a:lnSpc>
                <a:spcPct val="110000"/>
              </a:lnSpc>
              <a:spcBef>
                <a:spcPts val="0"/>
              </a:spcBef>
              <a:spcAft>
                <a:spcPts val="4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ora-SIA"/>
                <a:ea typeface="+mn-ea"/>
                <a:cs typeface="+mn-cs"/>
              </a:rPr>
              <a:t>The MS Office Palette</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color palette has been customized for the template</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top row [Theme Colors] is made up of Primary and Secondary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The group of colors below [Custom Colors] includes all colors, including Secondary and tertiary colors.</a:t>
            </a:r>
          </a:p>
          <a:p>
            <a:pPr marL="112719" indent="-112719">
              <a:lnSpc>
                <a:spcPct val="110000"/>
              </a:lnSpc>
              <a:spcAft>
                <a:spcPts val="400"/>
              </a:spcAft>
              <a:buSzPct val="130000"/>
              <a:buFontTx/>
              <a:buBlip>
                <a:blip>
                  <a:extLst>
                    <a:ext uri="{96DAC541-7B7A-43D3-8B79-37D633B846F1}">
                      <asvg:svgBlip xmlns:asvg="http://schemas.microsoft.com/office/drawing/2016/SVG/main" r:embed="rId3"/>
                    </a:ext>
                  </a:extLst>
                </a:blip>
              </a:buBlip>
              <a:tabLst>
                <a:tab pos="458811" algn="l"/>
              </a:tabLst>
            </a:pPr>
            <a:r>
              <a:rPr lang="en-US" sz="800" b="0" dirty="0">
                <a:sym typeface="Wingdings 3" panose="05040102010807070707" pitchFamily="18" charset="2"/>
              </a:rPr>
              <a:t>Hovering over a color will bring up the color name</a:t>
            </a:r>
            <a:endParaRPr lang="en-US" sz="800" b="1" dirty="0">
              <a:sym typeface="Wingdings 3" panose="05040102010807070707" pitchFamily="18" charset="2"/>
            </a:endParaRPr>
          </a:p>
        </p:txBody>
      </p:sp>
      <p:sp>
        <p:nvSpPr>
          <p:cNvPr id="30" name="Rectangle: Rounded Corners 29">
            <a:extLst>
              <a:ext uri="{FF2B5EF4-FFF2-40B4-BE49-F238E27FC236}">
                <a16:creationId xmlns:a16="http://schemas.microsoft.com/office/drawing/2014/main" id="{C5108AFA-AAC4-47CC-0315-168B5AC50051}"/>
              </a:ext>
            </a:extLst>
          </p:cNvPr>
          <p:cNvSpPr/>
          <p:nvPr userDrawn="1"/>
        </p:nvSpPr>
        <p:spPr>
          <a:xfrm>
            <a:off x="8148565" y="2770122"/>
            <a:ext cx="862153" cy="22834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1" name="Rectangle: Rounded Corners 30">
            <a:extLst>
              <a:ext uri="{FF2B5EF4-FFF2-40B4-BE49-F238E27FC236}">
                <a16:creationId xmlns:a16="http://schemas.microsoft.com/office/drawing/2014/main" id="{8D83E7C6-681B-6326-95B7-79BE21C6F4FA}"/>
              </a:ext>
            </a:extLst>
          </p:cNvPr>
          <p:cNvSpPr/>
          <p:nvPr userDrawn="1"/>
        </p:nvSpPr>
        <p:spPr>
          <a:xfrm>
            <a:off x="9041700" y="2770121"/>
            <a:ext cx="1291377" cy="228345"/>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36" name="TextBox 35">
            <a:extLst>
              <a:ext uri="{FF2B5EF4-FFF2-40B4-BE49-F238E27FC236}">
                <a16:creationId xmlns:a16="http://schemas.microsoft.com/office/drawing/2014/main" id="{78CD3018-0657-2F15-09E6-06D4948D26DF}"/>
              </a:ext>
            </a:extLst>
          </p:cNvPr>
          <p:cNvSpPr txBox="1"/>
          <p:nvPr userDrawn="1"/>
        </p:nvSpPr>
        <p:spPr>
          <a:xfrm>
            <a:off x="8050704" y="2035027"/>
            <a:ext cx="1379982" cy="338554"/>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Default theme text and background colors</a:t>
            </a:r>
            <a:endParaRPr lang="en-US" sz="2700" dirty="0">
              <a:solidFill>
                <a:schemeClr val="accent5"/>
              </a:solidFill>
            </a:endParaRPr>
          </a:p>
        </p:txBody>
      </p:sp>
      <p:cxnSp>
        <p:nvCxnSpPr>
          <p:cNvPr id="37" name="Connector: Elbow 36">
            <a:extLst>
              <a:ext uri="{FF2B5EF4-FFF2-40B4-BE49-F238E27FC236}">
                <a16:creationId xmlns:a16="http://schemas.microsoft.com/office/drawing/2014/main" id="{82FD6AAA-C6FF-F504-77AC-AFC21C1B9661}"/>
              </a:ext>
            </a:extLst>
          </p:cNvPr>
          <p:cNvCxnSpPr>
            <a:stCxn id="36" idx="1"/>
            <a:endCxn id="30" idx="1"/>
          </p:cNvCxnSpPr>
          <p:nvPr userDrawn="1"/>
        </p:nvCxnSpPr>
        <p:spPr>
          <a:xfrm rot="10800000" flipH="1" flipV="1">
            <a:off x="8050703" y="2204303"/>
            <a:ext cx="97861" cy="679991"/>
          </a:xfrm>
          <a:prstGeom prst="bentConnector3">
            <a:avLst>
              <a:gd name="adj1" fmla="val -233597"/>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8D63E99-C25D-036E-E99D-177566C4CF4F}"/>
              </a:ext>
            </a:extLst>
          </p:cNvPr>
          <p:cNvSpPr txBox="1"/>
          <p:nvPr userDrawn="1"/>
        </p:nvSpPr>
        <p:spPr>
          <a:xfrm>
            <a:off x="10560048" y="2589367"/>
            <a:ext cx="1379982" cy="584775"/>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Charts will auto-populate using these colors in order, from left to right</a:t>
            </a:r>
            <a:endParaRPr lang="en-US" sz="2700" dirty="0">
              <a:solidFill>
                <a:schemeClr val="accent5"/>
              </a:solidFill>
            </a:endParaRPr>
          </a:p>
        </p:txBody>
      </p:sp>
      <p:cxnSp>
        <p:nvCxnSpPr>
          <p:cNvPr id="39" name="Straight Connector 38">
            <a:extLst>
              <a:ext uri="{FF2B5EF4-FFF2-40B4-BE49-F238E27FC236}">
                <a16:creationId xmlns:a16="http://schemas.microsoft.com/office/drawing/2014/main" id="{9E77CEC8-5A79-F2D0-18AD-1ECA206B528E}"/>
              </a:ext>
            </a:extLst>
          </p:cNvPr>
          <p:cNvCxnSpPr>
            <a:cxnSpLocks/>
            <a:stCxn id="38" idx="1"/>
            <a:endCxn id="31" idx="3"/>
          </p:cNvCxnSpPr>
          <p:nvPr userDrawn="1"/>
        </p:nvCxnSpPr>
        <p:spPr>
          <a:xfrm flipH="1">
            <a:off x="10333077" y="2881755"/>
            <a:ext cx="226971" cy="2539"/>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DEDA6D38-C013-E43B-C4B7-12FF72AD32CF}"/>
              </a:ext>
            </a:extLst>
          </p:cNvPr>
          <p:cNvSpPr/>
          <p:nvPr userDrawn="1"/>
        </p:nvSpPr>
        <p:spPr>
          <a:xfrm>
            <a:off x="8161482" y="4515523"/>
            <a:ext cx="2171595" cy="439819"/>
          </a:xfrm>
          <a:prstGeom prst="roundRect">
            <a:avLst>
              <a:gd name="adj" fmla="val 8541"/>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2700"/>
          </a:p>
        </p:txBody>
      </p:sp>
      <p:sp>
        <p:nvSpPr>
          <p:cNvPr id="41" name="TextBox 40">
            <a:extLst>
              <a:ext uri="{FF2B5EF4-FFF2-40B4-BE49-F238E27FC236}">
                <a16:creationId xmlns:a16="http://schemas.microsoft.com/office/drawing/2014/main" id="{603CC7DB-9E9A-37A2-C894-4B6AEA5BC5AE}"/>
              </a:ext>
            </a:extLst>
          </p:cNvPr>
          <p:cNvSpPr txBox="1"/>
          <p:nvPr userDrawn="1"/>
        </p:nvSpPr>
        <p:spPr>
          <a:xfrm>
            <a:off x="10560048" y="4629214"/>
            <a:ext cx="1379982" cy="215444"/>
          </a:xfrm>
          <a:prstGeom prst="rect">
            <a:avLst/>
          </a:prstGeom>
          <a:noFill/>
        </p:spPr>
        <p:txBody>
          <a:bodyPr wrap="square">
            <a:spAutoFit/>
          </a:bodyPr>
          <a:lstStyle/>
          <a:p>
            <a:r>
              <a:rPr kumimoji="0" lang="en-US" sz="800" b="0" i="0" u="none" strike="noStrike" kern="1200" cap="none" spc="0" normalizeH="0" baseline="0" noProof="0" dirty="0">
                <a:ln>
                  <a:noFill/>
                </a:ln>
                <a:solidFill>
                  <a:schemeClr val="accent5"/>
                </a:solidFill>
                <a:effectLst/>
                <a:uLnTx/>
                <a:uFillTx/>
                <a:latin typeface="Sora-SIA"/>
                <a:ea typeface="+mn-ea"/>
                <a:cs typeface="+mn-cs"/>
                <a:sym typeface="Wingdings 3" panose="05040102010807070707" pitchFamily="18" charset="2"/>
              </a:rPr>
              <a:t>All Sia Brand Colors</a:t>
            </a:r>
            <a:endParaRPr lang="en-US" sz="2700" dirty="0">
              <a:solidFill>
                <a:schemeClr val="accent5"/>
              </a:solidFill>
            </a:endParaRPr>
          </a:p>
        </p:txBody>
      </p:sp>
      <p:cxnSp>
        <p:nvCxnSpPr>
          <p:cNvPr id="43" name="Straight Connector 42">
            <a:extLst>
              <a:ext uri="{FF2B5EF4-FFF2-40B4-BE49-F238E27FC236}">
                <a16:creationId xmlns:a16="http://schemas.microsoft.com/office/drawing/2014/main" id="{445CE879-1DE1-0260-933F-DFDBD589DD81}"/>
              </a:ext>
            </a:extLst>
          </p:cNvPr>
          <p:cNvCxnSpPr>
            <a:cxnSpLocks/>
            <a:stCxn id="41" idx="1"/>
            <a:endCxn id="40" idx="3"/>
          </p:cNvCxnSpPr>
          <p:nvPr userDrawn="1"/>
        </p:nvCxnSpPr>
        <p:spPr>
          <a:xfrm flipH="1" flipV="1">
            <a:off x="10333077" y="4735433"/>
            <a:ext cx="226971" cy="1503"/>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A25B9311-7F76-D6ED-4832-263EA254EEF4}"/>
              </a:ext>
            </a:extLst>
          </p:cNvPr>
          <p:cNvGrpSpPr/>
          <p:nvPr userDrawn="1"/>
        </p:nvGrpSpPr>
        <p:grpSpPr>
          <a:xfrm>
            <a:off x="2357439" y="2108671"/>
            <a:ext cx="3128962" cy="2120817"/>
            <a:chOff x="2355369" y="2019300"/>
            <a:chExt cx="3688149" cy="2433397"/>
          </a:xfrm>
        </p:grpSpPr>
        <p:sp>
          <p:nvSpPr>
            <p:cNvPr id="24" name="TextBox 23">
              <a:extLst>
                <a:ext uri="{FF2B5EF4-FFF2-40B4-BE49-F238E27FC236}">
                  <a16:creationId xmlns:a16="http://schemas.microsoft.com/office/drawing/2014/main" id="{4B16A54A-E223-E780-B96A-E4B8B428101F}"/>
                </a:ext>
              </a:extLst>
            </p:cNvPr>
            <p:cNvSpPr txBox="1">
              <a:spLocks noChangeAspect="1"/>
            </p:cNvSpPr>
            <p:nvPr userDrawn="1"/>
          </p:nvSpPr>
          <p:spPr>
            <a:xfrm>
              <a:off x="2357438" y="3309697"/>
              <a:ext cx="1143000" cy="1143000"/>
            </a:xfrm>
            <a:prstGeom prst="rect">
              <a:avLst/>
            </a:prstGeom>
            <a:solidFill>
              <a:schemeClr val="accent1"/>
            </a:solidFill>
          </p:spPr>
          <p:txBody>
            <a:bodyPr wrap="square" tIns="91440" rtlCol="0">
              <a:noAutofit/>
            </a:bodyPr>
            <a:lstStyle/>
            <a:p>
              <a:r>
                <a:rPr lang="en-US" sz="900" dirty="0"/>
                <a:t>Sia Teal</a:t>
              </a:r>
            </a:p>
            <a:p>
              <a:endParaRPr lang="en-US" sz="1050" dirty="0"/>
            </a:p>
            <a:p>
              <a:endParaRPr lang="en-US" sz="1050" dirty="0"/>
            </a:p>
            <a:p>
              <a:endParaRPr lang="en-US" sz="1050" dirty="0"/>
            </a:p>
            <a:p>
              <a:r>
                <a:rPr lang="en-US" sz="500" b="1" dirty="0"/>
                <a:t>RGB</a:t>
              </a:r>
              <a:r>
                <a:rPr lang="en-US" sz="500" dirty="0"/>
                <a:t> 0  222 204</a:t>
              </a:r>
            </a:p>
            <a:p>
              <a:r>
                <a:rPr lang="en-US" sz="500" b="1" dirty="0"/>
                <a:t>HEX</a:t>
              </a:r>
              <a:r>
                <a:rPr lang="en-US" sz="500" dirty="0"/>
                <a:t> #00DECC</a:t>
              </a:r>
            </a:p>
          </p:txBody>
        </p:sp>
        <p:sp>
          <p:nvSpPr>
            <p:cNvPr id="25" name="TextBox 24">
              <a:extLst>
                <a:ext uri="{FF2B5EF4-FFF2-40B4-BE49-F238E27FC236}">
                  <a16:creationId xmlns:a16="http://schemas.microsoft.com/office/drawing/2014/main" id="{ACFFD792-ED99-AAEE-6459-FD982E91D43A}"/>
                </a:ext>
              </a:extLst>
            </p:cNvPr>
            <p:cNvSpPr txBox="1">
              <a:spLocks noChangeAspect="1"/>
            </p:cNvSpPr>
            <p:nvPr userDrawn="1"/>
          </p:nvSpPr>
          <p:spPr>
            <a:xfrm>
              <a:off x="3628978" y="3309697"/>
              <a:ext cx="1143000" cy="1143000"/>
            </a:xfrm>
            <a:prstGeom prst="rect">
              <a:avLst/>
            </a:prstGeom>
            <a:solidFill>
              <a:schemeClr val="tx2"/>
            </a:solidFill>
          </p:spPr>
          <p:txBody>
            <a:bodyPr wrap="square" tIns="91440" rtlCol="0">
              <a:noAutofit/>
            </a:bodyPr>
            <a:lstStyle/>
            <a:p>
              <a:r>
                <a:rPr lang="en-US" sz="900" dirty="0">
                  <a:solidFill>
                    <a:schemeClr val="bg1"/>
                  </a:solidFill>
                </a:rPr>
                <a:t>Navy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23 48 68</a:t>
              </a:r>
            </a:p>
            <a:p>
              <a:r>
                <a:rPr lang="en-US" sz="500" b="1" dirty="0">
                  <a:solidFill>
                    <a:schemeClr val="bg1"/>
                  </a:solidFill>
                </a:rPr>
                <a:t>HEX</a:t>
              </a:r>
              <a:r>
                <a:rPr lang="en-US" sz="500" dirty="0">
                  <a:solidFill>
                    <a:schemeClr val="bg1"/>
                  </a:solidFill>
                </a:rPr>
                <a:t> #173044</a:t>
              </a:r>
            </a:p>
          </p:txBody>
        </p:sp>
        <p:sp>
          <p:nvSpPr>
            <p:cNvPr id="26" name="TextBox 25">
              <a:extLst>
                <a:ext uri="{FF2B5EF4-FFF2-40B4-BE49-F238E27FC236}">
                  <a16:creationId xmlns:a16="http://schemas.microsoft.com/office/drawing/2014/main" id="{B8453899-A79E-965C-7572-4800A803DCDA}"/>
                </a:ext>
              </a:extLst>
            </p:cNvPr>
            <p:cNvSpPr txBox="1">
              <a:spLocks noChangeAspect="1"/>
            </p:cNvSpPr>
            <p:nvPr userDrawn="1"/>
          </p:nvSpPr>
          <p:spPr>
            <a:xfrm>
              <a:off x="4900518" y="3309697"/>
              <a:ext cx="1143000" cy="1143000"/>
            </a:xfrm>
            <a:prstGeom prst="rect">
              <a:avLst/>
            </a:prstGeom>
            <a:solidFill>
              <a:srgbClr val="0A151E"/>
            </a:solidFill>
          </p:spPr>
          <p:txBody>
            <a:bodyPr wrap="square" tIns="91440" rtlCol="0">
              <a:noAutofit/>
            </a:bodyPr>
            <a:lstStyle/>
            <a:p>
              <a:r>
                <a:rPr lang="en-US" sz="900" dirty="0">
                  <a:solidFill>
                    <a:schemeClr val="bg1"/>
                  </a:solidFill>
                </a:rPr>
                <a:t>Cool Black</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0  10 21 30</a:t>
              </a:r>
            </a:p>
            <a:p>
              <a:r>
                <a:rPr lang="en-US" sz="500" b="1" dirty="0">
                  <a:solidFill>
                    <a:schemeClr val="bg1"/>
                  </a:solidFill>
                </a:rPr>
                <a:t>HEX</a:t>
              </a:r>
              <a:r>
                <a:rPr lang="en-US" sz="500" dirty="0">
                  <a:solidFill>
                    <a:schemeClr val="bg1"/>
                  </a:solidFill>
                </a:rPr>
                <a:t> #0A151E</a:t>
              </a:r>
            </a:p>
          </p:txBody>
        </p:sp>
        <p:pic>
          <p:nvPicPr>
            <p:cNvPr id="27" name="Picture 26" descr="A blue sky with white clouds&#10;&#10;Description automatically generated">
              <a:extLst>
                <a:ext uri="{FF2B5EF4-FFF2-40B4-BE49-F238E27FC236}">
                  <a16:creationId xmlns:a16="http://schemas.microsoft.com/office/drawing/2014/main" id="{5874E3CB-4423-D918-94AC-BCD72ACDB11E}"/>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355369" y="2021006"/>
              <a:ext cx="1773936" cy="1155069"/>
            </a:xfrm>
            <a:prstGeom prst="rect">
              <a:avLst/>
            </a:prstGeom>
          </p:spPr>
        </p:pic>
        <p:sp>
          <p:nvSpPr>
            <p:cNvPr id="28" name="TextBox 27">
              <a:extLst>
                <a:ext uri="{FF2B5EF4-FFF2-40B4-BE49-F238E27FC236}">
                  <a16:creationId xmlns:a16="http://schemas.microsoft.com/office/drawing/2014/main" id="{DB557A1C-575E-D2F5-9ABE-68FE14BC5360}"/>
                </a:ext>
              </a:extLst>
            </p:cNvPr>
            <p:cNvSpPr txBox="1">
              <a:spLocks noChangeAspect="1"/>
            </p:cNvSpPr>
            <p:nvPr userDrawn="1"/>
          </p:nvSpPr>
          <p:spPr>
            <a:xfrm>
              <a:off x="2355369" y="2019300"/>
              <a:ext cx="1773936" cy="1154792"/>
            </a:xfrm>
            <a:prstGeom prst="rect">
              <a:avLst/>
            </a:prstGeom>
            <a:noFill/>
            <a:ln w="3175">
              <a:solidFill>
                <a:schemeClr val="accent4"/>
              </a:solidFill>
            </a:ln>
          </p:spPr>
          <p:txBody>
            <a:bodyPr wrap="square" tIns="91440" rtlCol="0">
              <a:noAutofit/>
            </a:bodyPr>
            <a:lstStyle/>
            <a:p>
              <a:r>
                <a:rPr lang="en-US" sz="900" dirty="0"/>
                <a:t>Sia Gradient</a:t>
              </a:r>
            </a:p>
            <a:p>
              <a:endParaRPr lang="en-US" sz="1050" dirty="0"/>
            </a:p>
          </p:txBody>
        </p:sp>
        <p:sp>
          <p:nvSpPr>
            <p:cNvPr id="29" name="TextBox 28">
              <a:extLst>
                <a:ext uri="{FF2B5EF4-FFF2-40B4-BE49-F238E27FC236}">
                  <a16:creationId xmlns:a16="http://schemas.microsoft.com/office/drawing/2014/main" id="{C6DBED1B-2D66-AE28-460A-9401A41EDF18}"/>
                </a:ext>
              </a:extLst>
            </p:cNvPr>
            <p:cNvSpPr txBox="1">
              <a:spLocks noChangeAspect="1"/>
            </p:cNvSpPr>
            <p:nvPr userDrawn="1"/>
          </p:nvSpPr>
          <p:spPr>
            <a:xfrm>
              <a:off x="4269582" y="2019300"/>
              <a:ext cx="1773936" cy="1154792"/>
            </a:xfrm>
            <a:prstGeom prst="rect">
              <a:avLst/>
            </a:prstGeom>
            <a:solidFill>
              <a:schemeClr val="bg1"/>
            </a:solidFill>
            <a:ln w="3175">
              <a:solidFill>
                <a:schemeClr val="accent4"/>
              </a:solidFill>
            </a:ln>
          </p:spPr>
          <p:txBody>
            <a:bodyPr wrap="square" tIns="91440" rtlCol="0">
              <a:noAutofit/>
            </a:bodyPr>
            <a:lstStyle/>
            <a:p>
              <a:r>
                <a:rPr lang="en-US" sz="900" dirty="0"/>
                <a:t>White</a:t>
              </a:r>
            </a:p>
            <a:p>
              <a:endParaRPr lang="en-US" sz="1050" dirty="0"/>
            </a:p>
            <a:p>
              <a:endParaRPr lang="en-US" sz="1050" dirty="0"/>
            </a:p>
            <a:p>
              <a:endParaRPr lang="en-US" sz="1050" dirty="0"/>
            </a:p>
            <a:p>
              <a:r>
                <a:rPr lang="en-US" sz="500" b="1" dirty="0"/>
                <a:t>RGB</a:t>
              </a:r>
              <a:r>
                <a:rPr lang="en-US" sz="500" dirty="0"/>
                <a:t> 255 255 255</a:t>
              </a:r>
            </a:p>
            <a:p>
              <a:r>
                <a:rPr lang="en-US" sz="500" b="1" dirty="0"/>
                <a:t>HEX</a:t>
              </a:r>
              <a:r>
                <a:rPr lang="en-US" sz="500" dirty="0"/>
                <a:t> #FFFFFF</a:t>
              </a:r>
            </a:p>
          </p:txBody>
        </p:sp>
      </p:grpSp>
      <p:grpSp>
        <p:nvGrpSpPr>
          <p:cNvPr id="32" name="Group 31">
            <a:extLst>
              <a:ext uri="{FF2B5EF4-FFF2-40B4-BE49-F238E27FC236}">
                <a16:creationId xmlns:a16="http://schemas.microsoft.com/office/drawing/2014/main" id="{204B5CA1-54D3-63F4-1613-533A81BDDB7F}"/>
              </a:ext>
            </a:extLst>
          </p:cNvPr>
          <p:cNvGrpSpPr/>
          <p:nvPr userDrawn="1"/>
        </p:nvGrpSpPr>
        <p:grpSpPr>
          <a:xfrm>
            <a:off x="2357440" y="4444356"/>
            <a:ext cx="3140879" cy="2119331"/>
            <a:chOff x="5106941" y="2035468"/>
            <a:chExt cx="3694782" cy="2417229"/>
          </a:xfrm>
        </p:grpSpPr>
        <p:sp>
          <p:nvSpPr>
            <p:cNvPr id="33" name="TextBox 32">
              <a:extLst>
                <a:ext uri="{FF2B5EF4-FFF2-40B4-BE49-F238E27FC236}">
                  <a16:creationId xmlns:a16="http://schemas.microsoft.com/office/drawing/2014/main" id="{B618CD8E-CA1A-A5AF-2DC2-7DDA5C801C91}"/>
                </a:ext>
              </a:extLst>
            </p:cNvPr>
            <p:cNvSpPr txBox="1">
              <a:spLocks noChangeAspect="1"/>
            </p:cNvSpPr>
            <p:nvPr userDrawn="1"/>
          </p:nvSpPr>
          <p:spPr>
            <a:xfrm>
              <a:off x="5106941" y="3309697"/>
              <a:ext cx="1143000" cy="1143000"/>
            </a:xfrm>
            <a:prstGeom prst="rect">
              <a:avLst/>
            </a:prstGeom>
            <a:solidFill>
              <a:schemeClr val="accent4"/>
            </a:solidFill>
          </p:spPr>
          <p:txBody>
            <a:bodyPr wrap="square" tIns="91440" rtlCol="0">
              <a:noAutofit/>
            </a:bodyPr>
            <a:lstStyle/>
            <a:p>
              <a:r>
                <a:rPr lang="en-US" sz="900" dirty="0">
                  <a:solidFill>
                    <a:schemeClr val="bg1"/>
                  </a:solidFill>
                </a:rPr>
                <a:t>Cool Gray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69 86 105</a:t>
              </a:r>
            </a:p>
            <a:p>
              <a:r>
                <a:rPr lang="en-US" sz="500" b="1" dirty="0">
                  <a:solidFill>
                    <a:schemeClr val="bg1"/>
                  </a:solidFill>
                </a:rPr>
                <a:t>HEX</a:t>
              </a:r>
              <a:r>
                <a:rPr lang="en-US" sz="500" dirty="0">
                  <a:solidFill>
                    <a:schemeClr val="bg1"/>
                  </a:solidFill>
                </a:rPr>
                <a:t> #455669</a:t>
              </a:r>
            </a:p>
          </p:txBody>
        </p:sp>
        <p:sp>
          <p:nvSpPr>
            <p:cNvPr id="34" name="TextBox 33">
              <a:extLst>
                <a:ext uri="{FF2B5EF4-FFF2-40B4-BE49-F238E27FC236}">
                  <a16:creationId xmlns:a16="http://schemas.microsoft.com/office/drawing/2014/main" id="{D0C1BE79-DE14-9D20-B60A-0C49D3E62499}"/>
                </a:ext>
              </a:extLst>
            </p:cNvPr>
            <p:cNvSpPr txBox="1">
              <a:spLocks noChangeAspect="1"/>
            </p:cNvSpPr>
            <p:nvPr userDrawn="1"/>
          </p:nvSpPr>
          <p:spPr>
            <a:xfrm>
              <a:off x="6378481" y="3309697"/>
              <a:ext cx="1143000" cy="1143000"/>
            </a:xfrm>
            <a:prstGeom prst="rect">
              <a:avLst/>
            </a:prstGeom>
            <a:solidFill>
              <a:srgbClr val="8796A9"/>
            </a:solidFill>
          </p:spPr>
          <p:txBody>
            <a:bodyPr wrap="square" tIns="91440" rtlCol="0">
              <a:noAutofit/>
            </a:bodyPr>
            <a:lstStyle/>
            <a:p>
              <a:r>
                <a:rPr lang="en-US" sz="900" dirty="0">
                  <a:solidFill>
                    <a:schemeClr val="bg1"/>
                  </a:solidFill>
                </a:rPr>
                <a:t>Medium Gray</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135 150 169</a:t>
              </a:r>
            </a:p>
            <a:p>
              <a:r>
                <a:rPr lang="en-US" sz="500" b="1" dirty="0">
                  <a:solidFill>
                    <a:schemeClr val="bg1"/>
                  </a:solidFill>
                </a:rPr>
                <a:t>HEX</a:t>
              </a:r>
              <a:r>
                <a:rPr lang="en-US" sz="500" dirty="0">
                  <a:solidFill>
                    <a:schemeClr val="bg1"/>
                  </a:solidFill>
                </a:rPr>
                <a:t> #8796A9</a:t>
              </a:r>
            </a:p>
          </p:txBody>
        </p:sp>
        <p:sp>
          <p:nvSpPr>
            <p:cNvPr id="35" name="TextBox 34">
              <a:extLst>
                <a:ext uri="{FF2B5EF4-FFF2-40B4-BE49-F238E27FC236}">
                  <a16:creationId xmlns:a16="http://schemas.microsoft.com/office/drawing/2014/main" id="{8D2CE1A0-2446-AD29-0AC8-F851CA1C8587}"/>
                </a:ext>
              </a:extLst>
            </p:cNvPr>
            <p:cNvSpPr txBox="1">
              <a:spLocks noChangeAspect="1"/>
            </p:cNvSpPr>
            <p:nvPr userDrawn="1"/>
          </p:nvSpPr>
          <p:spPr>
            <a:xfrm>
              <a:off x="7650021" y="3309697"/>
              <a:ext cx="1143000" cy="1143000"/>
            </a:xfrm>
            <a:prstGeom prst="rect">
              <a:avLst/>
            </a:prstGeom>
            <a:solidFill>
              <a:schemeClr val="bg2"/>
            </a:solidFill>
          </p:spPr>
          <p:txBody>
            <a:bodyPr wrap="square" tIns="91440" rtlCol="0">
              <a:noAutofit/>
            </a:bodyPr>
            <a:lstStyle/>
            <a:p>
              <a:r>
                <a:rPr lang="en-US" sz="900" dirty="0">
                  <a:solidFill>
                    <a:schemeClr val="tx1"/>
                  </a:solidFill>
                </a:rPr>
                <a:t>Light Gray</a:t>
              </a:r>
            </a:p>
            <a:p>
              <a:endParaRPr lang="en-US" sz="1050" dirty="0">
                <a:solidFill>
                  <a:schemeClr val="tx1"/>
                </a:solidFill>
              </a:endParaRPr>
            </a:p>
            <a:p>
              <a:endParaRPr lang="en-US" sz="1050" dirty="0">
                <a:solidFill>
                  <a:schemeClr val="tx1"/>
                </a:solidFill>
              </a:endParaRPr>
            </a:p>
            <a:p>
              <a:endParaRPr lang="en-US" sz="1050" dirty="0">
                <a:solidFill>
                  <a:schemeClr val="tx1"/>
                </a:solidFill>
              </a:endParaRPr>
            </a:p>
            <a:p>
              <a:r>
                <a:rPr lang="en-US" sz="500" b="1" dirty="0">
                  <a:solidFill>
                    <a:schemeClr val="tx1"/>
                  </a:solidFill>
                </a:rPr>
                <a:t>RGB</a:t>
              </a:r>
              <a:r>
                <a:rPr lang="en-US" sz="500" dirty="0">
                  <a:solidFill>
                    <a:schemeClr val="tx1"/>
                  </a:solidFill>
                </a:rPr>
                <a:t> 244 246 252</a:t>
              </a:r>
            </a:p>
            <a:p>
              <a:r>
                <a:rPr lang="en-US" sz="500" b="1" dirty="0">
                  <a:solidFill>
                    <a:schemeClr val="tx1"/>
                  </a:solidFill>
                </a:rPr>
                <a:t>HEX</a:t>
              </a:r>
              <a:r>
                <a:rPr lang="en-US" sz="500" dirty="0">
                  <a:solidFill>
                    <a:schemeClr val="tx1"/>
                  </a:solidFill>
                </a:rPr>
                <a:t> #F4F6FC</a:t>
              </a:r>
            </a:p>
          </p:txBody>
        </p:sp>
        <p:sp>
          <p:nvSpPr>
            <p:cNvPr id="42" name="TextBox 41">
              <a:extLst>
                <a:ext uri="{FF2B5EF4-FFF2-40B4-BE49-F238E27FC236}">
                  <a16:creationId xmlns:a16="http://schemas.microsoft.com/office/drawing/2014/main" id="{439EFB74-8F77-DB79-34D8-A97786FB8492}"/>
                </a:ext>
              </a:extLst>
            </p:cNvPr>
            <p:cNvSpPr txBox="1">
              <a:spLocks noChangeAspect="1"/>
            </p:cNvSpPr>
            <p:nvPr userDrawn="1"/>
          </p:nvSpPr>
          <p:spPr>
            <a:xfrm>
              <a:off x="5115643" y="2035468"/>
              <a:ext cx="1143000" cy="1143000"/>
            </a:xfrm>
            <a:prstGeom prst="rect">
              <a:avLst/>
            </a:prstGeom>
            <a:solidFill>
              <a:schemeClr val="accent2"/>
            </a:solidFill>
          </p:spPr>
          <p:txBody>
            <a:bodyPr wrap="square" tIns="91440" rtlCol="0">
              <a:noAutofit/>
            </a:bodyPr>
            <a:lstStyle/>
            <a:p>
              <a:r>
                <a:rPr lang="en-US" sz="900" dirty="0">
                  <a:solidFill>
                    <a:schemeClr val="bg1"/>
                  </a:solidFill>
                </a:rPr>
                <a:t>Dark Teal</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7 124 132</a:t>
              </a:r>
            </a:p>
            <a:p>
              <a:r>
                <a:rPr lang="en-US" sz="500" b="1" dirty="0">
                  <a:solidFill>
                    <a:schemeClr val="bg1"/>
                  </a:solidFill>
                </a:rPr>
                <a:t>HEX</a:t>
              </a:r>
              <a:r>
                <a:rPr lang="en-US" sz="500" dirty="0">
                  <a:solidFill>
                    <a:schemeClr val="bg1"/>
                  </a:solidFill>
                </a:rPr>
                <a:t> #077C84</a:t>
              </a:r>
            </a:p>
          </p:txBody>
        </p:sp>
        <p:sp>
          <p:nvSpPr>
            <p:cNvPr id="44" name="TextBox 43">
              <a:extLst>
                <a:ext uri="{FF2B5EF4-FFF2-40B4-BE49-F238E27FC236}">
                  <a16:creationId xmlns:a16="http://schemas.microsoft.com/office/drawing/2014/main" id="{9D439B44-60E3-1B9E-2469-16C6EB2F5CD1}"/>
                </a:ext>
              </a:extLst>
            </p:cNvPr>
            <p:cNvSpPr txBox="1">
              <a:spLocks noChangeAspect="1"/>
            </p:cNvSpPr>
            <p:nvPr userDrawn="1"/>
          </p:nvSpPr>
          <p:spPr>
            <a:xfrm>
              <a:off x="6387183" y="2035468"/>
              <a:ext cx="1143000" cy="1143000"/>
            </a:xfrm>
            <a:prstGeom prst="rect">
              <a:avLst/>
            </a:prstGeom>
            <a:solidFill>
              <a:schemeClr val="accent5"/>
            </a:solidFill>
          </p:spPr>
          <p:txBody>
            <a:bodyPr wrap="square" tIns="91440" rtlCol="0">
              <a:noAutofit/>
            </a:bodyPr>
            <a:lstStyle/>
            <a:p>
              <a:r>
                <a:rPr lang="en-US" sz="900" dirty="0">
                  <a:solidFill>
                    <a:schemeClr val="bg1"/>
                  </a:solidFill>
                </a:rPr>
                <a:t>Medium Teal</a:t>
              </a:r>
            </a:p>
            <a:p>
              <a:endParaRPr lang="en-US" sz="1050" dirty="0">
                <a:solidFill>
                  <a:schemeClr val="bg1"/>
                </a:solidFill>
              </a:endParaRPr>
            </a:p>
            <a:p>
              <a:endParaRPr lang="en-US" sz="1050" dirty="0">
                <a:solidFill>
                  <a:schemeClr val="bg1"/>
                </a:solidFill>
              </a:endParaRPr>
            </a:p>
            <a:p>
              <a:endParaRPr lang="en-US" sz="1050" dirty="0">
                <a:solidFill>
                  <a:schemeClr val="bg1"/>
                </a:solidFill>
              </a:endParaRPr>
            </a:p>
            <a:p>
              <a:r>
                <a:rPr lang="en-US" sz="500" b="1" dirty="0">
                  <a:solidFill>
                    <a:schemeClr val="bg1"/>
                  </a:solidFill>
                </a:rPr>
                <a:t>RGB</a:t>
              </a:r>
              <a:r>
                <a:rPr lang="en-US" sz="500" dirty="0">
                  <a:solidFill>
                    <a:schemeClr val="bg1"/>
                  </a:solidFill>
                </a:rPr>
                <a:t> 0  162 163</a:t>
              </a:r>
            </a:p>
            <a:p>
              <a:r>
                <a:rPr lang="en-US" sz="500" b="1" dirty="0">
                  <a:solidFill>
                    <a:schemeClr val="bg1"/>
                  </a:solidFill>
                </a:rPr>
                <a:t>HEX</a:t>
              </a:r>
              <a:r>
                <a:rPr lang="en-US" sz="500" dirty="0">
                  <a:solidFill>
                    <a:schemeClr val="bg1"/>
                  </a:solidFill>
                </a:rPr>
                <a:t> #00A2A3</a:t>
              </a:r>
            </a:p>
          </p:txBody>
        </p:sp>
        <p:sp>
          <p:nvSpPr>
            <p:cNvPr id="45" name="TextBox 44">
              <a:extLst>
                <a:ext uri="{FF2B5EF4-FFF2-40B4-BE49-F238E27FC236}">
                  <a16:creationId xmlns:a16="http://schemas.microsoft.com/office/drawing/2014/main" id="{61A34DEF-C2C6-33AC-1761-6E5D0496796C}"/>
                </a:ext>
              </a:extLst>
            </p:cNvPr>
            <p:cNvSpPr txBox="1">
              <a:spLocks noChangeAspect="1"/>
            </p:cNvSpPr>
            <p:nvPr userDrawn="1"/>
          </p:nvSpPr>
          <p:spPr>
            <a:xfrm>
              <a:off x="7658723" y="2035468"/>
              <a:ext cx="1143000" cy="1143000"/>
            </a:xfrm>
            <a:prstGeom prst="rect">
              <a:avLst/>
            </a:prstGeom>
            <a:solidFill>
              <a:srgbClr val="9FF3F0"/>
            </a:solidFill>
          </p:spPr>
          <p:txBody>
            <a:bodyPr wrap="square" tIns="91440" rtlCol="0">
              <a:noAutofit/>
            </a:bodyPr>
            <a:lstStyle/>
            <a:p>
              <a:r>
                <a:rPr lang="en-US" sz="900" dirty="0">
                  <a:solidFill>
                    <a:schemeClr val="tx1"/>
                  </a:solidFill>
                </a:rPr>
                <a:t>Light Teal</a:t>
              </a:r>
            </a:p>
            <a:p>
              <a:endParaRPr lang="en-US" sz="1050" dirty="0">
                <a:solidFill>
                  <a:schemeClr val="tx1"/>
                </a:solidFill>
              </a:endParaRPr>
            </a:p>
            <a:p>
              <a:endParaRPr lang="en-US" sz="1050" dirty="0">
                <a:solidFill>
                  <a:schemeClr val="tx1"/>
                </a:solidFill>
              </a:endParaRPr>
            </a:p>
            <a:p>
              <a:endParaRPr lang="en-US" sz="1050" dirty="0">
                <a:solidFill>
                  <a:schemeClr val="tx1"/>
                </a:solidFill>
              </a:endParaRPr>
            </a:p>
            <a:p>
              <a:r>
                <a:rPr lang="en-US" sz="500" b="1" dirty="0">
                  <a:solidFill>
                    <a:schemeClr val="tx1"/>
                  </a:solidFill>
                </a:rPr>
                <a:t>RGB</a:t>
              </a:r>
              <a:r>
                <a:rPr lang="en-US" sz="500" dirty="0">
                  <a:solidFill>
                    <a:schemeClr val="tx1"/>
                  </a:solidFill>
                </a:rPr>
                <a:t> 159 243 240</a:t>
              </a:r>
            </a:p>
            <a:p>
              <a:r>
                <a:rPr lang="en-US" sz="500" b="1" dirty="0">
                  <a:solidFill>
                    <a:schemeClr val="tx1"/>
                  </a:solidFill>
                </a:rPr>
                <a:t>HEX</a:t>
              </a:r>
              <a:r>
                <a:rPr lang="en-US" sz="500" dirty="0">
                  <a:solidFill>
                    <a:schemeClr val="tx1"/>
                  </a:solidFill>
                </a:rPr>
                <a:t> #9FF3F0</a:t>
              </a:r>
            </a:p>
          </p:txBody>
        </p:sp>
      </p:grpSp>
    </p:spTree>
    <p:extLst>
      <p:ext uri="{BB962C8B-B14F-4D97-AF65-F5344CB8AC3E}">
        <p14:creationId xmlns:p14="http://schemas.microsoft.com/office/powerpoint/2010/main" val="69506219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mall-Text_1-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19301"/>
            <a:ext cx="8451850" cy="4146739"/>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4" name="Text Placeholder 7">
            <a:extLst>
              <a:ext uri="{FF2B5EF4-FFF2-40B4-BE49-F238E27FC236}">
                <a16:creationId xmlns:a16="http://schemas.microsoft.com/office/drawing/2014/main" id="{7B36D209-7146-A2F2-DAD6-99DD12E9EB27}"/>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210532069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mall-Text_1-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8451850" cy="4642040"/>
          </a:xfrm>
        </p:spPr>
        <p:txBody>
          <a:bodyPr/>
          <a:lstStyle>
            <a:lvl1pPr>
              <a:defRPr/>
            </a:lvl1pPr>
            <a:lvl2pPr>
              <a:defRPr/>
            </a:lvl2pPr>
            <a:lvl3pPr>
              <a:defRPr/>
            </a:lvl3pPr>
            <a:lvl4pPr>
              <a:defRPr/>
            </a:lvl4pPr>
            <a:lvl5pPr>
              <a:defRPr/>
            </a:lvl5pPr>
            <a:lvl6pPr>
              <a:defRPr/>
            </a:lvl6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73558620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mall-Text_2-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30224"/>
            <a:ext cx="5548313" cy="4146739"/>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2030223"/>
            <a:ext cx="5548313" cy="4146740"/>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4" name="Text Placeholder 7">
            <a:extLst>
              <a:ext uri="{FF2B5EF4-FFF2-40B4-BE49-F238E27FC236}">
                <a16:creationId xmlns:a16="http://schemas.microsoft.com/office/drawing/2014/main" id="{7B36D209-7146-A2F2-DAD6-99DD12E9EB27}"/>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162686493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ll-Text_2-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5548313" cy="4652963"/>
          </a:xfrm>
        </p:spPr>
        <p:txBody>
          <a:bodyPr/>
          <a:lstStyle>
            <a:lvl1pPr>
              <a:defRPr/>
            </a:lvl1pPr>
            <a:lvl2pPr>
              <a:defRPr/>
            </a:lvl2pPr>
            <a:lvl3pPr>
              <a:defRPr/>
            </a:lvl3pPr>
            <a:lvl4pPr>
              <a:defRPr/>
            </a:lvl4pPr>
            <a:lvl5pPr>
              <a:defRPr/>
            </a:lvl5pPr>
            <a:lvl6pPr>
              <a:defRPr/>
            </a:lvl6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5" y="1524001"/>
            <a:ext cx="5548313" cy="4652963"/>
          </a:xfrm>
        </p:spPr>
        <p:txBody>
          <a:bodyPr/>
          <a:lstStyle>
            <a:lvl1pPr>
              <a:defRPr/>
            </a:lvl1pPr>
            <a:lvl2pPr>
              <a:defRPr/>
            </a:lvl2pPr>
            <a:lvl3pPr>
              <a:defRPr/>
            </a:lvl3pPr>
            <a:lvl4pPr>
              <a:defRPr/>
            </a:lvl4pPr>
            <a:lvl5pPr>
              <a:defRPr/>
            </a:lvl5pPr>
            <a:lvl6pPr>
              <a:defRPr/>
            </a:lvl6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a:p>
            <a:pPr lvl="5"/>
            <a:r>
              <a:rPr lang="en-US"/>
              <a:t>Third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230457153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ll-Text_3-Column_Subhea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2030224"/>
            <a:ext cx="3619500" cy="4146739"/>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4286251" y="2030223"/>
            <a:ext cx="3617913" cy="4146740"/>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Content Placeholder 3">
            <a:extLst>
              <a:ext uri="{FF2B5EF4-FFF2-40B4-BE49-F238E27FC236}">
                <a16:creationId xmlns:a16="http://schemas.microsoft.com/office/drawing/2014/main" id="{6210CDC5-31E5-7B8F-3799-CA2BD3DE9630}"/>
              </a:ext>
            </a:extLst>
          </p:cNvPr>
          <p:cNvSpPr>
            <a:spLocks noGrp="1"/>
          </p:cNvSpPr>
          <p:nvPr>
            <p:ph sz="half" idx="13" hasCustomPrompt="1"/>
          </p:nvPr>
        </p:nvSpPr>
        <p:spPr>
          <a:xfrm>
            <a:off x="8142288" y="2018045"/>
            <a:ext cx="3617913" cy="4146740"/>
          </a:xfrm>
        </p:spPr>
        <p:txBody>
          <a:bodyPr/>
          <a:lstStyle>
            <a:lvl1pPr>
              <a:defRPr/>
            </a:lvl1pPr>
            <a:lvl2pPr>
              <a:defRPr/>
            </a:lvl2pPr>
            <a:lvl3pPr>
              <a:defRPr/>
            </a:lvl3pPr>
            <a:lvl4pPr>
              <a:defRPr/>
            </a:lvl4pPr>
            <a:lvl5pPr>
              <a:defRPr/>
            </a:lvl5pPr>
          </a:lstStyle>
          <a:p>
            <a:pPr lvl="0"/>
            <a:r>
              <a:rPr lang="en-US"/>
              <a:t>Intro text ,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11" name="Text Placeholder 7">
            <a:extLst>
              <a:ext uri="{FF2B5EF4-FFF2-40B4-BE49-F238E27FC236}">
                <a16:creationId xmlns:a16="http://schemas.microsoft.com/office/drawing/2014/main" id="{5C000358-7B4B-15BB-0749-C50C48DADEB5}"/>
              </a:ext>
            </a:extLst>
          </p:cNvPr>
          <p:cNvSpPr>
            <a:spLocks noGrp="1"/>
          </p:cNvSpPr>
          <p:nvPr>
            <p:ph type="body" sz="quarter" idx="14"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Tree>
    <p:extLst>
      <p:ext uri="{BB962C8B-B14F-4D97-AF65-F5344CB8AC3E}">
        <p14:creationId xmlns:p14="http://schemas.microsoft.com/office/powerpoint/2010/main" val="408351994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mall-Text_3-Colum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6" y="1524001"/>
            <a:ext cx="3619500" cy="4652963"/>
          </a:xfrm>
        </p:spPr>
        <p:txBody>
          <a:bodyPr/>
          <a:lstStyle>
            <a:lvl1pPr>
              <a:defRPr/>
            </a:lvl1pPr>
            <a:lvl2pPr>
              <a:defRPr/>
            </a:lvl2pPr>
            <a:lvl3pPr>
              <a:defRPr/>
            </a:lvl3pPr>
            <a:lvl4pPr>
              <a:defRPr/>
            </a:lvl4pPr>
            <a:lvl5pPr>
              <a:defRPr/>
            </a:lvl5p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4286251" y="1524001"/>
            <a:ext cx="3617913" cy="4652963"/>
          </a:xfrm>
        </p:spPr>
        <p:txBody>
          <a:bodyPr/>
          <a:lstStyle>
            <a:lvl1pPr>
              <a:defRPr/>
            </a:lvl1pPr>
            <a:lvl2pPr>
              <a:defRPr/>
            </a:lvl2pPr>
            <a:lvl3pPr>
              <a:defRPr/>
            </a:lvl3pPr>
            <a:lvl4pPr>
              <a:defRPr/>
            </a:lvl4pPr>
            <a:lvl5pPr>
              <a:defRPr/>
            </a:lvl5pPr>
          </a:lstStyle>
          <a:p>
            <a:pPr lvl="0"/>
            <a:r>
              <a:rPr lang="en-US"/>
              <a:t>Intro text,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Content Placeholder 3">
            <a:extLst>
              <a:ext uri="{FF2B5EF4-FFF2-40B4-BE49-F238E27FC236}">
                <a16:creationId xmlns:a16="http://schemas.microsoft.com/office/drawing/2014/main" id="{6210CDC5-31E5-7B8F-3799-CA2BD3DE9630}"/>
              </a:ext>
            </a:extLst>
          </p:cNvPr>
          <p:cNvSpPr>
            <a:spLocks noGrp="1"/>
          </p:cNvSpPr>
          <p:nvPr>
            <p:ph sz="half" idx="13" hasCustomPrompt="1"/>
          </p:nvPr>
        </p:nvSpPr>
        <p:spPr>
          <a:xfrm>
            <a:off x="8142288" y="1511822"/>
            <a:ext cx="3617913" cy="4652963"/>
          </a:xfrm>
        </p:spPr>
        <p:txBody>
          <a:bodyPr/>
          <a:lstStyle>
            <a:lvl1pPr>
              <a:defRPr/>
            </a:lvl1pPr>
            <a:lvl2pPr>
              <a:defRPr/>
            </a:lvl2pPr>
            <a:lvl3pPr>
              <a:defRPr/>
            </a:lvl3pPr>
            <a:lvl4pPr>
              <a:defRPr/>
            </a:lvl4pPr>
            <a:lvl5pPr>
              <a:defRPr/>
            </a:lvl5pPr>
          </a:lstStyle>
          <a:p>
            <a:pPr lvl="0"/>
            <a:r>
              <a:rPr lang="en-US"/>
              <a:t>Intro text , click to edit Master text styles</a:t>
            </a:r>
          </a:p>
          <a:p>
            <a:pPr lvl="1"/>
            <a:r>
              <a:rPr lang="en-US"/>
              <a:t>Sub-title </a:t>
            </a:r>
            <a:r>
              <a:rPr lang="en-US" spc="-100">
                <a:sym typeface="Wingdings 3" panose="05040102010807070707" pitchFamily="18" charset="2"/>
              </a:rPr>
              <a:t></a:t>
            </a:r>
            <a:endParaRPr lang="en-US"/>
          </a:p>
          <a:p>
            <a:pPr lvl="2"/>
            <a:r>
              <a:rPr lang="en-US"/>
              <a:t>Body text </a:t>
            </a:r>
            <a:r>
              <a:rPr lang="en-US" spc="-100">
                <a:sym typeface="Wingdings 3" panose="05040102010807070707" pitchFamily="18" charset="2"/>
              </a:rPr>
              <a:t></a:t>
            </a:r>
            <a:endParaRPr lang="en-US"/>
          </a:p>
          <a:p>
            <a:pPr lvl="3"/>
            <a:r>
              <a:rPr lang="en-US"/>
              <a:t>First level bullet </a:t>
            </a:r>
            <a:r>
              <a:rPr lang="en-US" spc="-100">
                <a:sym typeface="Wingdings 3" panose="05040102010807070707" pitchFamily="18" charset="2"/>
              </a:rPr>
              <a:t></a:t>
            </a:r>
            <a:endParaRPr lang="en-US"/>
          </a:p>
          <a:p>
            <a:pPr lvl="4"/>
            <a:r>
              <a:rPr lang="en-US"/>
              <a:t>Second level bullet </a:t>
            </a:r>
            <a:r>
              <a:rPr lang="en-US" spc="-100">
                <a:sym typeface="Wingdings 3" panose="05040102010807070707" pitchFamily="18" charset="2"/>
              </a:rPr>
              <a:t></a:t>
            </a:r>
            <a:endParaRPr lang="en-US"/>
          </a:p>
        </p:txBody>
      </p:sp>
    </p:spTree>
    <p:extLst>
      <p:ext uri="{BB962C8B-B14F-4D97-AF65-F5344CB8AC3E}">
        <p14:creationId xmlns:p14="http://schemas.microsoft.com/office/powerpoint/2010/main" val="426273101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actoid_Imag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7" name="Text Placeholder 7">
            <a:extLst>
              <a:ext uri="{FF2B5EF4-FFF2-40B4-BE49-F238E27FC236}">
                <a16:creationId xmlns:a16="http://schemas.microsoft.com/office/drawing/2014/main" id="{7E80A01C-D0B5-6EAC-C0D0-CC381B9DD40A}"/>
              </a:ext>
            </a:extLst>
          </p:cNvPr>
          <p:cNvSpPr>
            <a:spLocks noGrp="1"/>
          </p:cNvSpPr>
          <p:nvPr>
            <p:ph type="body" sz="quarter" idx="13" hasCustomPrompt="1"/>
          </p:nvPr>
        </p:nvSpPr>
        <p:spPr>
          <a:xfrm>
            <a:off x="428625" y="1470714"/>
            <a:ext cx="11333163" cy="454003"/>
          </a:xfrm>
        </p:spPr>
        <p:txBody>
          <a:bodyPr/>
          <a:lstStyle>
            <a:lvl1pPr marL="0" indent="0">
              <a:buNone/>
              <a:defRPr sz="1200">
                <a:solidFill>
                  <a:schemeClr val="accent4"/>
                </a:solidFill>
              </a:defRPr>
            </a:lvl1pPr>
            <a:lvl2pPr marL="228611" indent="0">
              <a:buNone/>
              <a:defRPr/>
            </a:lvl2pPr>
          </a:lstStyle>
          <a:p>
            <a:pPr lvl="0"/>
            <a:r>
              <a:rPr lang="en-US"/>
              <a:t>Sub-title, click to edit Master text styles</a:t>
            </a:r>
          </a:p>
        </p:txBody>
      </p:sp>
      <p:sp>
        <p:nvSpPr>
          <p:cNvPr id="14" name="Text Placeholder 13">
            <a:extLst>
              <a:ext uri="{FF2B5EF4-FFF2-40B4-BE49-F238E27FC236}">
                <a16:creationId xmlns:a16="http://schemas.microsoft.com/office/drawing/2014/main" id="{747C2E54-8C92-6E42-3F0F-77C56EF25061}"/>
              </a:ext>
            </a:extLst>
          </p:cNvPr>
          <p:cNvSpPr>
            <a:spLocks noGrp="1"/>
          </p:cNvSpPr>
          <p:nvPr>
            <p:ph type="body" sz="quarter" idx="15" hasCustomPrompt="1"/>
          </p:nvPr>
        </p:nvSpPr>
        <p:spPr>
          <a:xfrm>
            <a:off x="3867896" y="2287740"/>
            <a:ext cx="3827462" cy="4041498"/>
          </a:xfrm>
        </p:spPr>
        <p:txBody>
          <a:bodyPr/>
          <a:lstStyle>
            <a:lvl1pPr>
              <a:spcBef>
                <a:spcPts val="2000"/>
              </a:spcBef>
              <a:defRPr sz="1100" b="1">
                <a:solidFill>
                  <a:schemeClr val="tx1"/>
                </a:solidFill>
                <a:latin typeface="Sora-SIA SemiBold" pitchFamily="2" charset="0"/>
                <a:cs typeface="Sora-SIA SemiBold" pitchFamily="2" charset="0"/>
              </a:defRPr>
            </a:lvl1pPr>
            <a:lvl2pPr>
              <a:spcBef>
                <a:spcPts val="0"/>
              </a:spcBef>
              <a:spcAft>
                <a:spcPts val="400"/>
              </a:spcAft>
              <a:defRPr sz="1100" b="0">
                <a:solidFill>
                  <a:schemeClr val="tx1"/>
                </a:solidFill>
                <a:latin typeface="+mn-lt"/>
                <a:cs typeface="Sora-SIA SemiBold" pitchFamily="2" charset="0"/>
              </a:defRPr>
            </a:lvl2pPr>
            <a:lvl3pPr marL="173047" indent="-173047">
              <a:defRPr/>
            </a:lvl3pPr>
            <a:lvl4pPr marL="342917" indent="-169872">
              <a:defRPr lang="en-US" sz="1100" kern="1200" dirty="0" smtClean="0">
                <a:solidFill>
                  <a:schemeClr val="tx1"/>
                </a:solidFill>
                <a:latin typeface="+mn-lt"/>
                <a:ea typeface="+mn-ea"/>
                <a:cs typeface="+mn-cs"/>
              </a:defRPr>
            </a:lvl4pPr>
            <a:lvl5pPr marL="514376" indent="-169872">
              <a:buFont typeface="Arial" panose="020B0604020202020204" pitchFamily="34" charset="0"/>
              <a:buChar char="•"/>
              <a:defRPr lang="en-US" sz="1100" kern="1200" dirty="0" smtClean="0">
                <a:solidFill>
                  <a:schemeClr val="tx1"/>
                </a:solidFill>
                <a:latin typeface="+mn-lt"/>
                <a:ea typeface="+mn-ea"/>
                <a:cs typeface="+mn-cs"/>
              </a:defRPr>
            </a:lvl5pPr>
          </a:lstStyle>
          <a:p>
            <a:pPr lvl="0"/>
            <a:r>
              <a:rPr lang="en-US" dirty="0"/>
              <a:t>Sub-heading</a:t>
            </a:r>
          </a:p>
          <a:p>
            <a:pPr lvl="1"/>
            <a:r>
              <a:rPr lang="en-US" dirty="0"/>
              <a:t>Body text </a:t>
            </a:r>
            <a:r>
              <a:rPr lang="en-US" spc="-100" dirty="0">
                <a:sym typeface="Wingdings 3" panose="05040102010807070707" pitchFamily="18" charset="2"/>
              </a:rPr>
              <a:t></a:t>
            </a:r>
            <a:endParaRPr lang="en-US" dirty="0"/>
          </a:p>
          <a:p>
            <a:pPr marL="173047" lvl="3" indent="-173047"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3"/>
                    </a:ext>
                  </a:extLst>
                </a:blip>
              </a:buBlip>
            </a:pPr>
            <a:r>
              <a:rPr lang="en-US" dirty="0"/>
              <a:t>First level bullet </a:t>
            </a:r>
            <a:r>
              <a:rPr lang="en-US" spc="-100" dirty="0">
                <a:sym typeface="Wingdings 3" panose="05040102010807070707" pitchFamily="18" charset="2"/>
              </a:rPr>
              <a:t></a:t>
            </a:r>
            <a:endParaRPr lang="en-US" dirty="0"/>
          </a:p>
          <a:p>
            <a:pPr marL="342917" lvl="4" indent="-169872" algn="l" defTabSz="914446" rtl="0" eaLnBrk="1" latinLnBrk="0" hangingPunct="1">
              <a:lnSpc>
                <a:spcPct val="120000"/>
              </a:lnSpc>
              <a:spcBef>
                <a:spcPts val="0"/>
              </a:spcBef>
              <a:spcAft>
                <a:spcPts val="400"/>
              </a:spcAft>
              <a:buSzPct val="80000"/>
              <a:buFont typeface="Wingdings" panose="05000000000000000000" pitchFamily="2" charset="2"/>
              <a:buChar char="§"/>
            </a:pPr>
            <a:r>
              <a:rPr lang="en-US" dirty="0"/>
              <a:t>Second level bullet </a:t>
            </a:r>
            <a:r>
              <a:rPr lang="en-US" spc="-100" dirty="0">
                <a:sym typeface="Wingdings 3" panose="05040102010807070707" pitchFamily="18" charset="2"/>
              </a:rPr>
              <a:t></a:t>
            </a:r>
            <a:endParaRPr lang="en-US" dirty="0"/>
          </a:p>
          <a:p>
            <a:pPr lvl="4"/>
            <a:r>
              <a:rPr lang="en-US" dirty="0"/>
              <a:t>Third level bullet </a:t>
            </a:r>
            <a:r>
              <a:rPr lang="en-US" spc="-100" dirty="0">
                <a:sym typeface="Wingdings 3" panose="05040102010807070707" pitchFamily="18" charset="2"/>
              </a:rPr>
              <a:t></a:t>
            </a:r>
            <a:endParaRPr lang="en-US" dirty="0"/>
          </a:p>
        </p:txBody>
      </p:sp>
      <p:sp>
        <p:nvSpPr>
          <p:cNvPr id="16" name="Picture Placeholder 15">
            <a:extLst>
              <a:ext uri="{FF2B5EF4-FFF2-40B4-BE49-F238E27FC236}">
                <a16:creationId xmlns:a16="http://schemas.microsoft.com/office/drawing/2014/main" id="{DE58BA43-FDD6-FF8E-0088-BB9584190E03}"/>
              </a:ext>
            </a:extLst>
          </p:cNvPr>
          <p:cNvSpPr>
            <a:spLocks noGrp="1"/>
          </p:cNvSpPr>
          <p:nvPr>
            <p:ph type="pic" sz="quarter" idx="14" hasCustomPrompt="1"/>
          </p:nvPr>
        </p:nvSpPr>
        <p:spPr>
          <a:xfrm>
            <a:off x="448936" y="2104876"/>
            <a:ext cx="3192266" cy="4379976"/>
          </a:xfrm>
          <a:custGeom>
            <a:avLst/>
            <a:gdLst>
              <a:gd name="connsiteX0" fmla="*/ 130518 w 3192266"/>
              <a:gd name="connsiteY0" fmla="*/ 0 h 4340225"/>
              <a:gd name="connsiteX1" fmla="*/ 3192266 w 3192266"/>
              <a:gd name="connsiteY1" fmla="*/ 0 h 4340225"/>
              <a:gd name="connsiteX2" fmla="*/ 3192266 w 3192266"/>
              <a:gd name="connsiteY2" fmla="*/ 4340225 h 4340225"/>
              <a:gd name="connsiteX3" fmla="*/ 130518 w 3192266"/>
              <a:gd name="connsiteY3" fmla="*/ 4340225 h 4340225"/>
              <a:gd name="connsiteX4" fmla="*/ 0 w 3192266"/>
              <a:gd name="connsiteY4" fmla="*/ 4209707 h 4340225"/>
              <a:gd name="connsiteX5" fmla="*/ 0 w 3192266"/>
              <a:gd name="connsiteY5" fmla="*/ 130518 h 4340225"/>
              <a:gd name="connsiteX6" fmla="*/ 130518 w 3192266"/>
              <a:gd name="connsiteY6" fmla="*/ 0 h 434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266" h="4340225">
                <a:moveTo>
                  <a:pt x="130518" y="0"/>
                </a:moveTo>
                <a:lnTo>
                  <a:pt x="3192266" y="0"/>
                </a:lnTo>
                <a:lnTo>
                  <a:pt x="3192266" y="4340225"/>
                </a:lnTo>
                <a:lnTo>
                  <a:pt x="130518" y="4340225"/>
                </a:lnTo>
                <a:cubicBezTo>
                  <a:pt x="58435" y="4340225"/>
                  <a:pt x="0" y="4281790"/>
                  <a:pt x="0" y="4209707"/>
                </a:cubicBezTo>
                <a:lnTo>
                  <a:pt x="0" y="130518"/>
                </a:lnTo>
                <a:cubicBezTo>
                  <a:pt x="0" y="58435"/>
                  <a:pt x="58435" y="0"/>
                  <a:pt x="130518" y="0"/>
                </a:cubicBezTo>
                <a:close/>
              </a:path>
            </a:pathLst>
          </a:custGeom>
          <a:solidFill>
            <a:schemeClr val="accent6">
              <a:lumMod val="20000"/>
              <a:lumOff val="80000"/>
            </a:schemeClr>
          </a:solidFill>
          <a:ln w="15875">
            <a:solidFill>
              <a:schemeClr val="accent6">
                <a:hueOff val="-1992857"/>
                <a:satOff val="-1470"/>
                <a:lumOff val="56078"/>
              </a:schemeClr>
            </a:solidFill>
          </a:ln>
        </p:spPr>
        <p:txBody>
          <a:bodyPr wrap="square" lIns="91440" tIns="91440" anchor="ctr" anchorCtr="0">
            <a:noAutofit/>
          </a:bodyPr>
          <a:lstStyle>
            <a:lvl1pPr algn="ctr">
              <a:defRPr sz="1000">
                <a:solidFill>
                  <a:schemeClr val="tx1"/>
                </a:solidFill>
              </a:defRPr>
            </a:lvl1pPr>
          </a:lstStyle>
          <a:p>
            <a:r>
              <a:rPr lang="en-US"/>
              <a:t>Place image here</a:t>
            </a:r>
          </a:p>
        </p:txBody>
      </p:sp>
      <p:sp>
        <p:nvSpPr>
          <p:cNvPr id="17" name="Text Placeholder 13">
            <a:extLst>
              <a:ext uri="{FF2B5EF4-FFF2-40B4-BE49-F238E27FC236}">
                <a16:creationId xmlns:a16="http://schemas.microsoft.com/office/drawing/2014/main" id="{064E802D-2966-7CD1-9DB6-77A67257FF77}"/>
              </a:ext>
            </a:extLst>
          </p:cNvPr>
          <p:cNvSpPr>
            <a:spLocks noGrp="1"/>
          </p:cNvSpPr>
          <p:nvPr>
            <p:ph type="body" sz="quarter" idx="16" hasCustomPrompt="1"/>
          </p:nvPr>
        </p:nvSpPr>
        <p:spPr>
          <a:xfrm>
            <a:off x="8332785" y="2287740"/>
            <a:ext cx="3212216" cy="4041498"/>
          </a:xfrm>
        </p:spPr>
        <p:txBody>
          <a:bodyPr/>
          <a:lstStyle>
            <a:lvl1pPr>
              <a:spcBef>
                <a:spcPts val="0"/>
              </a:spcBef>
              <a:defRPr sz="1100" b="0">
                <a:solidFill>
                  <a:schemeClr val="tx1"/>
                </a:solidFill>
              </a:defRPr>
            </a:lvl1pPr>
            <a:lvl2pPr>
              <a:lnSpc>
                <a:spcPct val="100000"/>
              </a:lnSpc>
              <a:spcBef>
                <a:spcPts val="1800"/>
              </a:spcBef>
              <a:spcAft>
                <a:spcPts val="200"/>
              </a:spcAft>
              <a:defRPr sz="4800" b="0">
                <a:solidFill>
                  <a:schemeClr val="tx1"/>
                </a:solidFill>
                <a:latin typeface="Sora-SIA Light" charset="0"/>
                <a:cs typeface="Sora-SIA Light" charset="0"/>
              </a:defRPr>
            </a:lvl2pPr>
            <a:lvl3pPr marL="0" indent="0">
              <a:spcBef>
                <a:spcPts val="0"/>
              </a:spcBef>
              <a:defRPr/>
            </a:lvl3pPr>
            <a:lvl4pPr marL="0" indent="0" algn="r">
              <a:buFont typeface="Arial" panose="020B0604020202020204" pitchFamily="34" charset="0"/>
              <a:buNone/>
              <a:defRPr lang="en-US" sz="1000" kern="1200" dirty="0" smtClean="0">
                <a:solidFill>
                  <a:schemeClr val="tx1"/>
                </a:solidFill>
                <a:latin typeface="+mn-lt"/>
                <a:ea typeface="+mn-ea"/>
                <a:cs typeface="+mn-cs"/>
              </a:defRPr>
            </a:lvl4pPr>
            <a:lvl5pPr marL="173046" indent="0">
              <a:buFont typeface="Arial" panose="020B0604020202020204" pitchFamily="34" charset="0"/>
              <a:buNone/>
              <a:defRPr lang="en-US" sz="1100" kern="1200" dirty="0" smtClean="0">
                <a:solidFill>
                  <a:schemeClr val="tx1"/>
                </a:solidFill>
                <a:latin typeface="+mn-lt"/>
                <a:ea typeface="+mn-ea"/>
                <a:cs typeface="+mn-cs"/>
              </a:defRPr>
            </a:lvl5pPr>
          </a:lstStyle>
          <a:p>
            <a:pPr lvl="0"/>
            <a:r>
              <a:rPr lang="en-US"/>
              <a:t>Body text</a:t>
            </a:r>
          </a:p>
          <a:p>
            <a:pPr lvl="1"/>
            <a:r>
              <a:rPr lang="en-US"/>
              <a:t>XX</a:t>
            </a:r>
            <a:r>
              <a:rPr lang="en-US" spc="-100">
                <a:sym typeface="Wingdings 3" panose="05040102010807070707" pitchFamily="18" charset="2"/>
              </a:rPr>
              <a:t> </a:t>
            </a:r>
            <a:endParaRPr lang="en-US"/>
          </a:p>
          <a:p>
            <a:pPr lvl="2"/>
            <a:r>
              <a:rPr lang="en-US"/>
              <a:t>Sub-text one </a:t>
            </a:r>
            <a:r>
              <a:rPr lang="en-US" spc="-100">
                <a:sym typeface="Wingdings 3" panose="05040102010807070707" pitchFamily="18" charset="2"/>
              </a:rPr>
              <a:t></a:t>
            </a:r>
            <a:endParaRPr lang="en-US"/>
          </a:p>
        </p:txBody>
      </p:sp>
    </p:spTree>
    <p:extLst>
      <p:ext uri="{BB962C8B-B14F-4D97-AF65-F5344CB8AC3E}">
        <p14:creationId xmlns:p14="http://schemas.microsoft.com/office/powerpoint/2010/main" val="218415236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dient 1,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63532113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adient 2, Titl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59234385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dient 3,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39006552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dient 4,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2879620720"/>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radient 5,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19914239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radient 6,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9376666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Gradient 7,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261243725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Gradient 8, Title">
    <p:bg>
      <p:bgPr>
        <a:gradFill>
          <a:gsLst>
            <a:gs pos="0">
              <a:schemeClr val="bg2"/>
            </a:gs>
            <a:gs pos="89000">
              <a:srgbClr val="DEECFC"/>
            </a:gs>
          </a:gsLst>
          <a:lin ang="5400000" scaled="1"/>
        </a:gra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6C1389-74C4-1968-B3FA-37A520FE4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91F64-967A-377A-CA15-F4485460ABF3}"/>
              </a:ext>
            </a:extLst>
          </p:cNvPr>
          <p:cNvSpPr>
            <a:spLocks noGrp="1"/>
          </p:cNvSpPr>
          <p:nvPr>
            <p:ph type="sldNum" sz="quarter" idx="12"/>
          </p:nvPr>
        </p:nvSpPr>
        <p:spPr/>
        <p:txBody>
          <a:bodyPr/>
          <a:lstStyle/>
          <a:p>
            <a:fld id="{AEAD572E-2F50-43BC-A5A3-42ECFACCA1CC}" type="slidenum">
              <a:rPr lang="en-US" smtClean="0"/>
              <a:pPr/>
              <a:t>‹N°›</a:t>
            </a:fld>
            <a:endParaRPr lang="en-US"/>
          </a:p>
        </p:txBody>
      </p:sp>
      <p:cxnSp>
        <p:nvCxnSpPr>
          <p:cNvPr id="3" name="Straight Connector 2">
            <a:extLst>
              <a:ext uri="{FF2B5EF4-FFF2-40B4-BE49-F238E27FC236}">
                <a16:creationId xmlns:a16="http://schemas.microsoft.com/office/drawing/2014/main" id="{DCA0AF00-F066-099E-C915-959D3ABA1D23}"/>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2697FB8F-9106-050C-6E5D-E27067A3C43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5464850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Blank, Titl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6C1389-74C4-1968-B3FA-37A520FE47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91F64-967A-377A-CA15-F4485460ABF3}"/>
              </a:ext>
            </a:extLst>
          </p:cNvPr>
          <p:cNvSpPr>
            <a:spLocks noGrp="1"/>
          </p:cNvSpPr>
          <p:nvPr>
            <p:ph type="sldNum" sz="quarter" idx="12"/>
          </p:nvPr>
        </p:nvSpPr>
        <p:spPr/>
        <p:txBody>
          <a:bodyPr/>
          <a:lstStyle/>
          <a:p>
            <a:fld id="{AEAD572E-2F50-43BC-A5A3-42ECFACCA1CC}" type="slidenum">
              <a:rPr lang="en-US" smtClean="0"/>
              <a:pPr/>
              <a:t>‹N°›</a:t>
            </a:fld>
            <a:endParaRPr lang="en-US"/>
          </a:p>
        </p:txBody>
      </p:sp>
      <p:cxnSp>
        <p:nvCxnSpPr>
          <p:cNvPr id="3" name="Straight Connector 2">
            <a:extLst>
              <a:ext uri="{FF2B5EF4-FFF2-40B4-BE49-F238E27FC236}">
                <a16:creationId xmlns:a16="http://schemas.microsoft.com/office/drawing/2014/main" id="{DCA0AF00-F066-099E-C915-959D3ABA1D23}"/>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2697FB8F-9106-050C-6E5D-E27067A3C43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088881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arrow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308669418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arrow Colum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127882836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arrow Column,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9" name="Text Placeholder 8">
            <a:extLst>
              <a:ext uri="{FF2B5EF4-FFF2-40B4-BE49-F238E27FC236}">
                <a16:creationId xmlns:a16="http://schemas.microsoft.com/office/drawing/2014/main" id="{77C6A35C-48C6-A514-F950-B88D747DED05}"/>
              </a:ext>
            </a:extLst>
          </p:cNvPr>
          <p:cNvSpPr>
            <a:spLocks noGrp="1"/>
          </p:cNvSpPr>
          <p:nvPr>
            <p:ph type="body" sz="quarter" idx="13"/>
          </p:nvPr>
        </p:nvSpPr>
        <p:spPr>
          <a:xfrm>
            <a:off x="428626" y="2150996"/>
            <a:ext cx="4854575" cy="4279900"/>
          </a:xfrm>
        </p:spPr>
        <p:txBody>
          <a:bodyPr/>
          <a:lstStyle>
            <a:lvl2pPr>
              <a:defRPr/>
            </a:lvl2pPr>
            <a:lvl3pPr>
              <a:defRPr/>
            </a:lvl3pPr>
            <a:lvl4pPr>
              <a:defRPr/>
            </a:lvl4pPr>
            <a:lvl5pPr>
              <a:defRPr/>
            </a:lvl5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a:p>
            <a:pPr lvl="3"/>
            <a:r>
              <a:rPr lang="en-US" dirty="0"/>
              <a:t>Fourth level </a:t>
            </a:r>
            <a:r>
              <a:rPr lang="en-US" spc="-100" dirty="0">
                <a:sym typeface="Wingdings 3" panose="05040102010807070707" pitchFamily="18" charset="2"/>
              </a:rPr>
              <a:t>  </a:t>
            </a:r>
            <a:endParaRPr lang="en-US" dirty="0"/>
          </a:p>
          <a:p>
            <a:pPr lvl="4"/>
            <a:r>
              <a:rPr lang="en-US" dirty="0"/>
              <a:t>Fifth level </a:t>
            </a:r>
            <a:r>
              <a:rPr lang="en-US" spc="-100" dirty="0">
                <a:sym typeface="Wingdings 3" panose="05040102010807070707" pitchFamily="18" charset="2"/>
              </a:rPr>
              <a:t>   </a:t>
            </a:r>
            <a:endParaRPr lang="en-US" dirty="0"/>
          </a:p>
        </p:txBody>
      </p:sp>
    </p:spTree>
    <p:extLst>
      <p:ext uri="{BB962C8B-B14F-4D97-AF65-F5344CB8AC3E}">
        <p14:creationId xmlns:p14="http://schemas.microsoft.com/office/powerpoint/2010/main" val="2721193378"/>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de Title, 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165394168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de Title, low,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F6CD-632B-25E6-4895-14DE705D2679}"/>
              </a:ext>
            </a:extLst>
          </p:cNvPr>
          <p:cNvSpPr>
            <a:spLocks noGrp="1"/>
          </p:cNvSpPr>
          <p:nvPr>
            <p:ph type="title"/>
          </p:nvPr>
        </p:nvSpPr>
        <p:spPr>
          <a:xfrm>
            <a:off x="411896" y="1554432"/>
            <a:ext cx="5291704" cy="541069"/>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4DB9C69-2AEB-8E4A-F76A-489DD40C5F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7C72CD-833C-7344-B238-3444D3622C03}"/>
              </a:ext>
            </a:extLst>
          </p:cNvPr>
          <p:cNvSpPr>
            <a:spLocks noGrp="1"/>
          </p:cNvSpPr>
          <p:nvPr>
            <p:ph type="sldNum" sz="quarter" idx="12"/>
          </p:nvPr>
        </p:nvSpPr>
        <p:spPr/>
        <p:txBody>
          <a:bodyPr/>
          <a:lstStyle/>
          <a:p>
            <a:fld id="{AEAD572E-2F50-43BC-A5A3-42ECFACCA1CC}" type="slidenum">
              <a:rPr lang="en-US" smtClean="0"/>
              <a:pPr/>
              <a:t>‹N°›</a:t>
            </a:fld>
            <a:endParaRPr lang="en-US"/>
          </a:p>
        </p:txBody>
      </p:sp>
    </p:spTree>
    <p:extLst>
      <p:ext uri="{BB962C8B-B14F-4D97-AF65-F5344CB8AC3E}">
        <p14:creationId xmlns:p14="http://schemas.microsoft.com/office/powerpoint/2010/main" val="359421236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ideo with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8EB4-5659-BC7D-C7B1-730418381027}"/>
              </a:ext>
            </a:extLst>
          </p:cNvPr>
          <p:cNvSpPr>
            <a:spLocks noGrp="1"/>
          </p:cNvSpPr>
          <p:nvPr>
            <p:ph type="title"/>
          </p:nvPr>
        </p:nvSpPr>
        <p:spPr>
          <a:xfrm>
            <a:off x="428626" y="1983809"/>
            <a:ext cx="5548841" cy="497928"/>
          </a:xfrm>
        </p:spPr>
        <p:txBody>
          <a:bodyPr/>
          <a:lstStyle/>
          <a:p>
            <a:r>
              <a:rPr lang="en-US" dirty="0"/>
              <a:t>Click to edit Master title style</a:t>
            </a:r>
          </a:p>
        </p:txBody>
      </p:sp>
      <p:sp>
        <p:nvSpPr>
          <p:cNvPr id="3" name="Footer Placeholder 2">
            <a:extLst>
              <a:ext uri="{FF2B5EF4-FFF2-40B4-BE49-F238E27FC236}">
                <a16:creationId xmlns:a16="http://schemas.microsoft.com/office/drawing/2014/main" id="{DA7ACF0C-0C84-BC5E-AB52-410AEF8A4927}"/>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E5353CC6-43EB-53AA-C66C-412EFD115F14}"/>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6" name="Text Placeholder 5">
            <a:extLst>
              <a:ext uri="{FF2B5EF4-FFF2-40B4-BE49-F238E27FC236}">
                <a16:creationId xmlns:a16="http://schemas.microsoft.com/office/drawing/2014/main" id="{3D2686E4-23D7-FB0B-C374-44E5A34EE6F2}"/>
              </a:ext>
            </a:extLst>
          </p:cNvPr>
          <p:cNvSpPr>
            <a:spLocks noGrp="1"/>
          </p:cNvSpPr>
          <p:nvPr>
            <p:ph type="body" sz="quarter" idx="12"/>
          </p:nvPr>
        </p:nvSpPr>
        <p:spPr>
          <a:xfrm>
            <a:off x="423750" y="2585278"/>
            <a:ext cx="4872567" cy="38512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Media Placeholder 7">
            <a:extLst>
              <a:ext uri="{FF2B5EF4-FFF2-40B4-BE49-F238E27FC236}">
                <a16:creationId xmlns:a16="http://schemas.microsoft.com/office/drawing/2014/main" id="{27F9335D-B46B-6AC6-B2FA-F4E7D48E47EE}"/>
              </a:ext>
            </a:extLst>
          </p:cNvPr>
          <p:cNvSpPr>
            <a:spLocks noGrp="1"/>
          </p:cNvSpPr>
          <p:nvPr>
            <p:ph type="media" sz="quarter" idx="13"/>
          </p:nvPr>
        </p:nvSpPr>
        <p:spPr>
          <a:xfrm>
            <a:off x="6096000" y="1831976"/>
            <a:ext cx="5666317" cy="3174834"/>
          </a:xfrm>
          <a:solidFill>
            <a:schemeClr val="accent6">
              <a:lumMod val="20000"/>
              <a:lumOff val="80000"/>
            </a:schemeClr>
          </a:solidFill>
        </p:spPr>
        <p:txBody>
          <a:bodyPr anchor="ctr" anchorCtr="0"/>
          <a:lstStyle>
            <a:lvl1pPr algn="ctr">
              <a:defRPr/>
            </a:lvl1pPr>
          </a:lstStyle>
          <a:p>
            <a:endParaRPr lang="en-US" dirty="0"/>
          </a:p>
        </p:txBody>
      </p:sp>
    </p:spTree>
    <p:extLst>
      <p:ext uri="{BB962C8B-B14F-4D97-AF65-F5344CB8AC3E}">
        <p14:creationId xmlns:p14="http://schemas.microsoft.com/office/powerpoint/2010/main" val="239315587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ideo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F4C6A6A-D3CA-9DF1-F2E8-C01955A0477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16876153-79F4-B5F2-7BC3-698712ADE341}"/>
              </a:ext>
            </a:extLst>
          </p:cNvPr>
          <p:cNvSpPr>
            <a:spLocks noGrp="1"/>
          </p:cNvSpPr>
          <p:nvPr>
            <p:ph type="sldNum" sz="quarter" idx="11"/>
          </p:nvPr>
        </p:nvSpPr>
        <p:spPr/>
        <p:txBody>
          <a:bodyPr/>
          <a:lstStyle/>
          <a:p>
            <a:fld id="{AEAD572E-2F50-43BC-A5A3-42ECFACCA1CC}" type="slidenum">
              <a:rPr lang="en-US" smtClean="0"/>
              <a:pPr/>
              <a:t>‹N°›</a:t>
            </a:fld>
            <a:endParaRPr lang="en-US"/>
          </a:p>
        </p:txBody>
      </p:sp>
      <p:sp>
        <p:nvSpPr>
          <p:cNvPr id="6" name="Media Placeholder 5">
            <a:extLst>
              <a:ext uri="{FF2B5EF4-FFF2-40B4-BE49-F238E27FC236}">
                <a16:creationId xmlns:a16="http://schemas.microsoft.com/office/drawing/2014/main" id="{58CE9582-AB50-E4AD-8293-7A65BC3B1A73}"/>
              </a:ext>
            </a:extLst>
          </p:cNvPr>
          <p:cNvSpPr>
            <a:spLocks noGrp="1"/>
          </p:cNvSpPr>
          <p:nvPr>
            <p:ph type="media" sz="quarter" idx="12"/>
          </p:nvPr>
        </p:nvSpPr>
        <p:spPr>
          <a:xfrm>
            <a:off x="1203326" y="915459"/>
            <a:ext cx="9781117" cy="5481108"/>
          </a:xfrm>
          <a:solidFill>
            <a:schemeClr val="accent6">
              <a:lumMod val="20000"/>
              <a:lumOff val="80000"/>
            </a:schemeClr>
          </a:solidFill>
        </p:spPr>
        <p:txBody>
          <a:bodyPr vert="horz" lIns="0" tIns="0" rIns="0" bIns="0" rtlCol="0" anchor="ctr" anchorCtr="0">
            <a:noAutofit/>
          </a:bodyPr>
          <a:lstStyle>
            <a:lvl1pPr>
              <a:defRPr lang="en-US"/>
            </a:lvl1pPr>
          </a:lstStyle>
          <a:p>
            <a:pPr lvl="0" algn="ctr"/>
            <a:endParaRPr lang="en-US" dirty="0"/>
          </a:p>
        </p:txBody>
      </p:sp>
    </p:spTree>
    <p:extLst>
      <p:ext uri="{BB962C8B-B14F-4D97-AF65-F5344CB8AC3E}">
        <p14:creationId xmlns:p14="http://schemas.microsoft.com/office/powerpoint/2010/main" val="3856084307"/>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Video only full">
    <p:bg>
      <p:bgPr>
        <a:solidFill>
          <a:schemeClr val="bg1"/>
        </a:solidFill>
        <a:effectLst/>
      </p:bgPr>
    </p:bg>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58CE9582-AB50-E4AD-8293-7A65BC3B1A73}"/>
              </a:ext>
            </a:extLst>
          </p:cNvPr>
          <p:cNvSpPr>
            <a:spLocks noGrp="1"/>
          </p:cNvSpPr>
          <p:nvPr>
            <p:ph type="media" sz="quarter" idx="12"/>
          </p:nvPr>
        </p:nvSpPr>
        <p:spPr>
          <a:xfrm>
            <a:off x="0" y="0"/>
            <a:ext cx="12192000" cy="6858000"/>
          </a:xfrm>
          <a:solidFill>
            <a:schemeClr val="accent6">
              <a:lumMod val="20000"/>
              <a:lumOff val="80000"/>
            </a:schemeClr>
          </a:solidFill>
        </p:spPr>
        <p:txBody>
          <a:bodyPr vert="horz" lIns="0" tIns="0" rIns="0" bIns="0" rtlCol="0" anchor="ctr" anchorCtr="0">
            <a:noAutofit/>
          </a:bodyPr>
          <a:lstStyle>
            <a:lvl1pPr>
              <a:defRPr lang="en-US"/>
            </a:lvl1pPr>
          </a:lstStyle>
          <a:p>
            <a:pPr lvl="0" algn="ctr"/>
            <a:endParaRPr lang="en-US" dirty="0"/>
          </a:p>
        </p:txBody>
      </p:sp>
      <p:sp>
        <p:nvSpPr>
          <p:cNvPr id="3" name="Footer Placeholder 2">
            <a:extLst>
              <a:ext uri="{FF2B5EF4-FFF2-40B4-BE49-F238E27FC236}">
                <a16:creationId xmlns:a16="http://schemas.microsoft.com/office/drawing/2014/main" id="{6F4C6A6A-D3CA-9DF1-F2E8-C01955A04773}"/>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16876153-79F4-B5F2-7BC3-698712ADE341}"/>
              </a:ext>
            </a:extLst>
          </p:cNvPr>
          <p:cNvSpPr>
            <a:spLocks noGrp="1"/>
          </p:cNvSpPr>
          <p:nvPr>
            <p:ph type="sldNum" sz="quarter" idx="11"/>
          </p:nvPr>
        </p:nvSpPr>
        <p:spPr/>
        <p:txBody>
          <a:bodyPr/>
          <a:lstStyle/>
          <a:p>
            <a:fld id="{AEAD572E-2F50-43BC-A5A3-42ECFACCA1CC}" type="slidenum">
              <a:rPr lang="en-US" smtClean="0"/>
              <a:pPr/>
              <a:t>‹N°›</a:t>
            </a:fld>
            <a:endParaRPr lang="en-US"/>
          </a:p>
        </p:txBody>
      </p:sp>
      <p:cxnSp>
        <p:nvCxnSpPr>
          <p:cNvPr id="2" name="Straight Connector 1">
            <a:extLst>
              <a:ext uri="{FF2B5EF4-FFF2-40B4-BE49-F238E27FC236}">
                <a16:creationId xmlns:a16="http://schemas.microsoft.com/office/drawing/2014/main" id="{70DEB4AE-4516-3FDE-06BB-2B3138702542}"/>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4842072"/>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o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3BA6BD-9060-A821-F3E8-DF9E0EA90E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892B3-F8A0-AD16-D636-41FD6A349786}"/>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8" name="Picture Placeholder 7">
            <a:extLst>
              <a:ext uri="{FF2B5EF4-FFF2-40B4-BE49-F238E27FC236}">
                <a16:creationId xmlns:a16="http://schemas.microsoft.com/office/drawing/2014/main" id="{84FCB191-3177-1F3B-69A1-1DFF73F501B1}"/>
              </a:ext>
            </a:extLst>
          </p:cNvPr>
          <p:cNvSpPr>
            <a:spLocks noGrp="1"/>
          </p:cNvSpPr>
          <p:nvPr>
            <p:ph type="pic" sz="quarter" idx="25"/>
          </p:nvPr>
        </p:nvSpPr>
        <p:spPr>
          <a:xfrm>
            <a:off x="5030724" y="1777564"/>
            <a:ext cx="2130552" cy="1997141"/>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6" name="Picture Placeholder 7">
            <a:extLst>
              <a:ext uri="{FF2B5EF4-FFF2-40B4-BE49-F238E27FC236}">
                <a16:creationId xmlns:a16="http://schemas.microsoft.com/office/drawing/2014/main" id="{A53C839B-4B7A-825F-6A86-C56284E64894}"/>
              </a:ext>
            </a:extLst>
          </p:cNvPr>
          <p:cNvSpPr>
            <a:spLocks noGrp="1"/>
          </p:cNvSpPr>
          <p:nvPr>
            <p:ph type="pic" sz="quarter" idx="26"/>
          </p:nvPr>
        </p:nvSpPr>
        <p:spPr>
          <a:xfrm>
            <a:off x="7349298" y="1777565"/>
            <a:ext cx="2130552" cy="1997139"/>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8" name="Picture Placeholder 7">
            <a:extLst>
              <a:ext uri="{FF2B5EF4-FFF2-40B4-BE49-F238E27FC236}">
                <a16:creationId xmlns:a16="http://schemas.microsoft.com/office/drawing/2014/main" id="{3EC3799E-6301-A339-F318-E27EBA063FD4}"/>
              </a:ext>
            </a:extLst>
          </p:cNvPr>
          <p:cNvSpPr>
            <a:spLocks noGrp="1"/>
          </p:cNvSpPr>
          <p:nvPr>
            <p:ph type="pic" sz="quarter" idx="28"/>
          </p:nvPr>
        </p:nvSpPr>
        <p:spPr>
          <a:xfrm>
            <a:off x="9667872" y="1777564"/>
            <a:ext cx="2130552" cy="1997138"/>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5" name="Text Placeholder 14">
            <a:extLst>
              <a:ext uri="{FF2B5EF4-FFF2-40B4-BE49-F238E27FC236}">
                <a16:creationId xmlns:a16="http://schemas.microsoft.com/office/drawing/2014/main" id="{8CEEEED1-2562-0447-FEDF-DC9802A4C656}"/>
              </a:ext>
            </a:extLst>
          </p:cNvPr>
          <p:cNvSpPr>
            <a:spLocks noGrp="1"/>
          </p:cNvSpPr>
          <p:nvPr>
            <p:ph type="body" sz="quarter" idx="24" hasCustomPrompt="1"/>
          </p:nvPr>
        </p:nvSpPr>
        <p:spPr>
          <a:xfrm>
            <a:off x="5030724" y="3774474"/>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7" name="Text Placeholder 16">
            <a:extLst>
              <a:ext uri="{FF2B5EF4-FFF2-40B4-BE49-F238E27FC236}">
                <a16:creationId xmlns:a16="http://schemas.microsoft.com/office/drawing/2014/main" id="{7369B5A8-F855-8387-A292-530C9E67EF7E}"/>
              </a:ext>
            </a:extLst>
          </p:cNvPr>
          <p:cNvSpPr>
            <a:spLocks noGrp="1"/>
          </p:cNvSpPr>
          <p:nvPr>
            <p:ph type="body" sz="quarter" idx="27" hasCustomPrompt="1"/>
          </p:nvPr>
        </p:nvSpPr>
        <p:spPr>
          <a:xfrm>
            <a:off x="7349298" y="3774703"/>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0" name="Text Placeholder 19">
            <a:extLst>
              <a:ext uri="{FF2B5EF4-FFF2-40B4-BE49-F238E27FC236}">
                <a16:creationId xmlns:a16="http://schemas.microsoft.com/office/drawing/2014/main" id="{9E2418E6-C555-DAC1-9A2D-16BB105CF7B8}"/>
              </a:ext>
            </a:extLst>
          </p:cNvPr>
          <p:cNvSpPr>
            <a:spLocks noGrp="1"/>
          </p:cNvSpPr>
          <p:nvPr>
            <p:ph type="body" sz="quarter" idx="29" hasCustomPrompt="1"/>
          </p:nvPr>
        </p:nvSpPr>
        <p:spPr>
          <a:xfrm>
            <a:off x="9667872" y="3774702"/>
            <a:ext cx="2130552" cy="145452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 name="Text Placeholder 2">
            <a:extLst>
              <a:ext uri="{FF2B5EF4-FFF2-40B4-BE49-F238E27FC236}">
                <a16:creationId xmlns:a16="http://schemas.microsoft.com/office/drawing/2014/main" id="{5C95124F-8AFE-4614-F48D-57843F630ABE}"/>
              </a:ext>
            </a:extLst>
          </p:cNvPr>
          <p:cNvSpPr>
            <a:spLocks noGrp="1"/>
          </p:cNvSpPr>
          <p:nvPr>
            <p:ph type="body" sz="quarter" idx="31" hasCustomPrompt="1"/>
          </p:nvPr>
        </p:nvSpPr>
        <p:spPr>
          <a:xfrm>
            <a:off x="5195998" y="4781974"/>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3" name="Title 12">
            <a:extLst>
              <a:ext uri="{FF2B5EF4-FFF2-40B4-BE49-F238E27FC236}">
                <a16:creationId xmlns:a16="http://schemas.microsoft.com/office/drawing/2014/main" id="{6A27DEB9-22DA-F7E8-1FF6-4D68A76CD22B}"/>
              </a:ext>
            </a:extLst>
          </p:cNvPr>
          <p:cNvSpPr>
            <a:spLocks noGrp="1"/>
          </p:cNvSpPr>
          <p:nvPr>
            <p:ph type="title" hasCustomPrompt="1"/>
          </p:nvPr>
        </p:nvSpPr>
        <p:spPr>
          <a:xfrm>
            <a:off x="393577" y="3191453"/>
            <a:ext cx="4314891" cy="1254871"/>
          </a:xfrm>
        </p:spPr>
        <p:txBody>
          <a:bodyPr/>
          <a:lstStyle>
            <a:lvl1pPr>
              <a:defRPr sz="3800"/>
            </a:lvl1pPr>
          </a:lstStyle>
          <a:p>
            <a:r>
              <a:rPr lang="en-US" dirty="0"/>
              <a:t>Header here</a:t>
            </a:r>
          </a:p>
        </p:txBody>
      </p:sp>
      <p:sp>
        <p:nvSpPr>
          <p:cNvPr id="6" name="Text Placeholder 2">
            <a:extLst>
              <a:ext uri="{FF2B5EF4-FFF2-40B4-BE49-F238E27FC236}">
                <a16:creationId xmlns:a16="http://schemas.microsoft.com/office/drawing/2014/main" id="{B184827C-F5E3-02BA-8421-3763C1766345}"/>
              </a:ext>
            </a:extLst>
          </p:cNvPr>
          <p:cNvSpPr>
            <a:spLocks noGrp="1"/>
          </p:cNvSpPr>
          <p:nvPr>
            <p:ph type="body" sz="quarter" idx="32" hasCustomPrompt="1"/>
          </p:nvPr>
        </p:nvSpPr>
        <p:spPr>
          <a:xfrm>
            <a:off x="7483532" y="4781974"/>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7" name="Text Placeholder 2">
            <a:extLst>
              <a:ext uri="{FF2B5EF4-FFF2-40B4-BE49-F238E27FC236}">
                <a16:creationId xmlns:a16="http://schemas.microsoft.com/office/drawing/2014/main" id="{10D527AC-604D-6F13-403F-1E9457DE54E8}"/>
              </a:ext>
            </a:extLst>
          </p:cNvPr>
          <p:cNvSpPr>
            <a:spLocks noGrp="1"/>
          </p:cNvSpPr>
          <p:nvPr>
            <p:ph type="body" sz="quarter" idx="33" hasCustomPrompt="1"/>
          </p:nvPr>
        </p:nvSpPr>
        <p:spPr>
          <a:xfrm>
            <a:off x="9832975" y="4783349"/>
            <a:ext cx="188839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3070534778"/>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o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6" name="Picture Placeholder 7">
            <a:extLst>
              <a:ext uri="{FF2B5EF4-FFF2-40B4-BE49-F238E27FC236}">
                <a16:creationId xmlns:a16="http://schemas.microsoft.com/office/drawing/2014/main" id="{295549D9-1701-0453-76C2-A95EA4251ECB}"/>
              </a:ext>
            </a:extLst>
          </p:cNvPr>
          <p:cNvSpPr>
            <a:spLocks noGrp="1"/>
          </p:cNvSpPr>
          <p:nvPr>
            <p:ph type="pic" sz="quarter" idx="25"/>
          </p:nvPr>
        </p:nvSpPr>
        <p:spPr>
          <a:xfrm>
            <a:off x="397134"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9" name="Text Placeholder 14">
            <a:extLst>
              <a:ext uri="{FF2B5EF4-FFF2-40B4-BE49-F238E27FC236}">
                <a16:creationId xmlns:a16="http://schemas.microsoft.com/office/drawing/2014/main" id="{581FEFFD-8E3E-0F73-59FE-DD9FDE12C6DE}"/>
              </a:ext>
            </a:extLst>
          </p:cNvPr>
          <p:cNvSpPr>
            <a:spLocks noGrp="1"/>
          </p:cNvSpPr>
          <p:nvPr>
            <p:ph type="body" sz="quarter" idx="24" hasCustomPrompt="1"/>
          </p:nvPr>
        </p:nvSpPr>
        <p:spPr>
          <a:xfrm>
            <a:off x="397134"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7" name="Picture Placeholder 7">
            <a:extLst>
              <a:ext uri="{FF2B5EF4-FFF2-40B4-BE49-F238E27FC236}">
                <a16:creationId xmlns:a16="http://schemas.microsoft.com/office/drawing/2014/main" id="{F984FF3F-257E-2833-6D72-73229D50C4F3}"/>
              </a:ext>
            </a:extLst>
          </p:cNvPr>
          <p:cNvSpPr>
            <a:spLocks noGrp="1"/>
          </p:cNvSpPr>
          <p:nvPr>
            <p:ph type="pic" sz="quarter" idx="26"/>
          </p:nvPr>
        </p:nvSpPr>
        <p:spPr>
          <a:xfrm>
            <a:off x="2360846"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28" name="Picture Placeholder 7">
            <a:extLst>
              <a:ext uri="{FF2B5EF4-FFF2-40B4-BE49-F238E27FC236}">
                <a16:creationId xmlns:a16="http://schemas.microsoft.com/office/drawing/2014/main" id="{91B54093-E883-D83A-D013-9F34CF717C0E}"/>
              </a:ext>
            </a:extLst>
          </p:cNvPr>
          <p:cNvSpPr>
            <a:spLocks noGrp="1"/>
          </p:cNvSpPr>
          <p:nvPr>
            <p:ph type="pic" sz="quarter" idx="28"/>
          </p:nvPr>
        </p:nvSpPr>
        <p:spPr>
          <a:xfrm>
            <a:off x="4286250" y="2216986"/>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0" name="Picture Placeholder 7">
            <a:extLst>
              <a:ext uri="{FF2B5EF4-FFF2-40B4-BE49-F238E27FC236}">
                <a16:creationId xmlns:a16="http://schemas.microsoft.com/office/drawing/2014/main" id="{4B560B5A-6685-FDAA-81F5-477EA3BC677E}"/>
              </a:ext>
            </a:extLst>
          </p:cNvPr>
          <p:cNvSpPr>
            <a:spLocks noGrp="1"/>
          </p:cNvSpPr>
          <p:nvPr>
            <p:ph type="pic" sz="quarter" idx="30"/>
          </p:nvPr>
        </p:nvSpPr>
        <p:spPr>
          <a:xfrm>
            <a:off x="6218373" y="2216985"/>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2" name="Picture Placeholder 7">
            <a:extLst>
              <a:ext uri="{FF2B5EF4-FFF2-40B4-BE49-F238E27FC236}">
                <a16:creationId xmlns:a16="http://schemas.microsoft.com/office/drawing/2014/main" id="{E99C3564-0F7A-30AB-47E1-53300A5F3D21}"/>
              </a:ext>
            </a:extLst>
          </p:cNvPr>
          <p:cNvSpPr>
            <a:spLocks noGrp="1"/>
          </p:cNvSpPr>
          <p:nvPr>
            <p:ph type="pic" sz="quarter" idx="32"/>
          </p:nvPr>
        </p:nvSpPr>
        <p:spPr>
          <a:xfrm>
            <a:off x="8147262" y="2216985"/>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4" name="Picture Placeholder 7">
            <a:extLst>
              <a:ext uri="{FF2B5EF4-FFF2-40B4-BE49-F238E27FC236}">
                <a16:creationId xmlns:a16="http://schemas.microsoft.com/office/drawing/2014/main" id="{D7418ACC-622B-64FF-0121-E2CC5C215CC2}"/>
              </a:ext>
            </a:extLst>
          </p:cNvPr>
          <p:cNvSpPr>
            <a:spLocks noGrp="1"/>
          </p:cNvSpPr>
          <p:nvPr>
            <p:ph type="pic" sz="quarter" idx="34"/>
          </p:nvPr>
        </p:nvSpPr>
        <p:spPr>
          <a:xfrm>
            <a:off x="10075830" y="2216984"/>
            <a:ext cx="1722709" cy="1598270"/>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36" name="Title 35">
            <a:extLst>
              <a:ext uri="{FF2B5EF4-FFF2-40B4-BE49-F238E27FC236}">
                <a16:creationId xmlns:a16="http://schemas.microsoft.com/office/drawing/2014/main" id="{9A08F534-CBFF-BB32-395B-ED9130AA588F}"/>
              </a:ext>
            </a:extLst>
          </p:cNvPr>
          <p:cNvSpPr>
            <a:spLocks noGrp="1"/>
          </p:cNvSpPr>
          <p:nvPr>
            <p:ph type="title"/>
          </p:nvPr>
        </p:nvSpPr>
        <p:spPr/>
        <p:txBody>
          <a:bodyPr/>
          <a:lstStyle/>
          <a:p>
            <a:r>
              <a:rPr lang="en-US" dirty="0"/>
              <a:t>Click to edit Master title style</a:t>
            </a:r>
          </a:p>
        </p:txBody>
      </p:sp>
      <p:sp>
        <p:nvSpPr>
          <p:cNvPr id="3" name="Text Placeholder 14">
            <a:extLst>
              <a:ext uri="{FF2B5EF4-FFF2-40B4-BE49-F238E27FC236}">
                <a16:creationId xmlns:a16="http://schemas.microsoft.com/office/drawing/2014/main" id="{9C109142-A53E-3230-46FB-8719D64F1E7A}"/>
              </a:ext>
            </a:extLst>
          </p:cNvPr>
          <p:cNvSpPr>
            <a:spLocks noGrp="1"/>
          </p:cNvSpPr>
          <p:nvPr>
            <p:ph type="body" sz="quarter" idx="35" hasCustomPrompt="1"/>
          </p:nvPr>
        </p:nvSpPr>
        <p:spPr>
          <a:xfrm>
            <a:off x="2360846"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14">
            <a:extLst>
              <a:ext uri="{FF2B5EF4-FFF2-40B4-BE49-F238E27FC236}">
                <a16:creationId xmlns:a16="http://schemas.microsoft.com/office/drawing/2014/main" id="{CB68A45D-CA79-FC6F-74B7-877819B319FE}"/>
              </a:ext>
            </a:extLst>
          </p:cNvPr>
          <p:cNvSpPr>
            <a:spLocks noGrp="1"/>
          </p:cNvSpPr>
          <p:nvPr>
            <p:ph type="body" sz="quarter" idx="36" hasCustomPrompt="1"/>
          </p:nvPr>
        </p:nvSpPr>
        <p:spPr>
          <a:xfrm>
            <a:off x="4286250"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8" name="Text Placeholder 14">
            <a:extLst>
              <a:ext uri="{FF2B5EF4-FFF2-40B4-BE49-F238E27FC236}">
                <a16:creationId xmlns:a16="http://schemas.microsoft.com/office/drawing/2014/main" id="{0EFD881F-41B3-95B2-C469-6067DF6DA2CE}"/>
              </a:ext>
            </a:extLst>
          </p:cNvPr>
          <p:cNvSpPr>
            <a:spLocks noGrp="1"/>
          </p:cNvSpPr>
          <p:nvPr>
            <p:ph type="body" sz="quarter" idx="37" hasCustomPrompt="1"/>
          </p:nvPr>
        </p:nvSpPr>
        <p:spPr>
          <a:xfrm>
            <a:off x="6218373"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Text Placeholder 14">
            <a:extLst>
              <a:ext uri="{FF2B5EF4-FFF2-40B4-BE49-F238E27FC236}">
                <a16:creationId xmlns:a16="http://schemas.microsoft.com/office/drawing/2014/main" id="{868019C7-76F5-1FF0-5600-9DDCDCB7E03C}"/>
              </a:ext>
            </a:extLst>
          </p:cNvPr>
          <p:cNvSpPr>
            <a:spLocks noGrp="1"/>
          </p:cNvSpPr>
          <p:nvPr>
            <p:ph type="body" sz="quarter" idx="38" hasCustomPrompt="1"/>
          </p:nvPr>
        </p:nvSpPr>
        <p:spPr>
          <a:xfrm>
            <a:off x="8147262"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1" name="Text Placeholder 14">
            <a:extLst>
              <a:ext uri="{FF2B5EF4-FFF2-40B4-BE49-F238E27FC236}">
                <a16:creationId xmlns:a16="http://schemas.microsoft.com/office/drawing/2014/main" id="{64931CD7-1B62-5947-9DF0-8F6DCB28349F}"/>
              </a:ext>
            </a:extLst>
          </p:cNvPr>
          <p:cNvSpPr>
            <a:spLocks noGrp="1"/>
          </p:cNvSpPr>
          <p:nvPr>
            <p:ph type="body" sz="quarter" idx="39" hasCustomPrompt="1"/>
          </p:nvPr>
        </p:nvSpPr>
        <p:spPr>
          <a:xfrm>
            <a:off x="10075830" y="3802552"/>
            <a:ext cx="1722709" cy="1400955"/>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9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rgbClr val="455669"/>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9" name="Text Placeholder 2">
            <a:extLst>
              <a:ext uri="{FF2B5EF4-FFF2-40B4-BE49-F238E27FC236}">
                <a16:creationId xmlns:a16="http://schemas.microsoft.com/office/drawing/2014/main" id="{439845DE-7D1A-6380-83F2-66148B7A6FC4}"/>
              </a:ext>
            </a:extLst>
          </p:cNvPr>
          <p:cNvSpPr>
            <a:spLocks noGrp="1"/>
          </p:cNvSpPr>
          <p:nvPr>
            <p:ph type="body" sz="quarter" idx="31" hasCustomPrompt="1"/>
          </p:nvPr>
        </p:nvSpPr>
        <p:spPr>
          <a:xfrm>
            <a:off x="546846" y="4807691"/>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0" name="Text Placeholder 2">
            <a:extLst>
              <a:ext uri="{FF2B5EF4-FFF2-40B4-BE49-F238E27FC236}">
                <a16:creationId xmlns:a16="http://schemas.microsoft.com/office/drawing/2014/main" id="{005C68B7-B2EC-9096-AE7C-89157A240DC4}"/>
              </a:ext>
            </a:extLst>
          </p:cNvPr>
          <p:cNvSpPr>
            <a:spLocks noGrp="1"/>
          </p:cNvSpPr>
          <p:nvPr>
            <p:ph type="body" sz="quarter" idx="40" hasCustomPrompt="1"/>
          </p:nvPr>
        </p:nvSpPr>
        <p:spPr>
          <a:xfrm>
            <a:off x="2485496" y="4807690"/>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5061A3E1-A124-03F7-7C6C-FF5CEA8F2601}"/>
              </a:ext>
            </a:extLst>
          </p:cNvPr>
          <p:cNvSpPr>
            <a:spLocks noGrp="1"/>
          </p:cNvSpPr>
          <p:nvPr>
            <p:ph type="body" sz="quarter" idx="41" hasCustomPrompt="1"/>
          </p:nvPr>
        </p:nvSpPr>
        <p:spPr>
          <a:xfrm>
            <a:off x="4431454" y="4809065"/>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5" name="Text Placeholder 2">
            <a:extLst>
              <a:ext uri="{FF2B5EF4-FFF2-40B4-BE49-F238E27FC236}">
                <a16:creationId xmlns:a16="http://schemas.microsoft.com/office/drawing/2014/main" id="{030F3C04-15EC-288D-03D5-24D32A235876}"/>
              </a:ext>
            </a:extLst>
          </p:cNvPr>
          <p:cNvSpPr>
            <a:spLocks noGrp="1"/>
          </p:cNvSpPr>
          <p:nvPr>
            <p:ph type="body" sz="quarter" idx="42" hasCustomPrompt="1"/>
          </p:nvPr>
        </p:nvSpPr>
        <p:spPr>
          <a:xfrm>
            <a:off x="6368839"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6" name="Text Placeholder 2">
            <a:extLst>
              <a:ext uri="{FF2B5EF4-FFF2-40B4-BE49-F238E27FC236}">
                <a16:creationId xmlns:a16="http://schemas.microsoft.com/office/drawing/2014/main" id="{9BEE6DAA-4D3A-5AD7-F1C6-9755EDA4876A}"/>
              </a:ext>
            </a:extLst>
          </p:cNvPr>
          <p:cNvSpPr>
            <a:spLocks noGrp="1"/>
          </p:cNvSpPr>
          <p:nvPr>
            <p:ph type="body" sz="quarter" idx="43" hasCustomPrompt="1"/>
          </p:nvPr>
        </p:nvSpPr>
        <p:spPr>
          <a:xfrm>
            <a:off x="8271912"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7" name="Text Placeholder 2">
            <a:extLst>
              <a:ext uri="{FF2B5EF4-FFF2-40B4-BE49-F238E27FC236}">
                <a16:creationId xmlns:a16="http://schemas.microsoft.com/office/drawing/2014/main" id="{79A1B18B-42A7-8F7E-26CE-F02A58441E95}"/>
              </a:ext>
            </a:extLst>
          </p:cNvPr>
          <p:cNvSpPr>
            <a:spLocks noGrp="1"/>
          </p:cNvSpPr>
          <p:nvPr>
            <p:ph type="body" sz="quarter" idx="44" hasCustomPrompt="1"/>
          </p:nvPr>
        </p:nvSpPr>
        <p:spPr>
          <a:xfrm>
            <a:off x="10226442" y="4807689"/>
            <a:ext cx="147340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112139639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o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29" name="Picture Placeholder 28">
            <a:extLst>
              <a:ext uri="{FF2B5EF4-FFF2-40B4-BE49-F238E27FC236}">
                <a16:creationId xmlns:a16="http://schemas.microsoft.com/office/drawing/2014/main" id="{472DBA5A-0B6F-3DD9-225B-29B12BF9CA7F}"/>
              </a:ext>
            </a:extLst>
          </p:cNvPr>
          <p:cNvSpPr>
            <a:spLocks noGrp="1"/>
          </p:cNvSpPr>
          <p:nvPr>
            <p:ph type="pic" sz="quarter" idx="43"/>
          </p:nvPr>
        </p:nvSpPr>
        <p:spPr>
          <a:xfrm>
            <a:off x="40640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8" name="Text Placeholder 7">
            <a:extLst>
              <a:ext uri="{FF2B5EF4-FFF2-40B4-BE49-F238E27FC236}">
                <a16:creationId xmlns:a16="http://schemas.microsoft.com/office/drawing/2014/main" id="{090702C8-FFB9-3B32-AE8C-8AA795D2BFC4}"/>
              </a:ext>
            </a:extLst>
          </p:cNvPr>
          <p:cNvSpPr>
            <a:spLocks noGrp="1"/>
          </p:cNvSpPr>
          <p:nvPr>
            <p:ph type="body" sz="quarter" idx="42" hasCustomPrompt="1"/>
          </p:nvPr>
        </p:nvSpPr>
        <p:spPr>
          <a:xfrm>
            <a:off x="176032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6" name="Picture Placeholder 28">
            <a:extLst>
              <a:ext uri="{FF2B5EF4-FFF2-40B4-BE49-F238E27FC236}">
                <a16:creationId xmlns:a16="http://schemas.microsoft.com/office/drawing/2014/main" id="{2D5FA0FB-F45B-BD74-3BE1-9A349B59216E}"/>
              </a:ext>
            </a:extLst>
          </p:cNvPr>
          <p:cNvSpPr>
            <a:spLocks noGrp="1"/>
          </p:cNvSpPr>
          <p:nvPr>
            <p:ph type="pic" sz="quarter" idx="44"/>
          </p:nvPr>
        </p:nvSpPr>
        <p:spPr>
          <a:xfrm>
            <a:off x="428625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9" name="Text Placeholder 7">
            <a:extLst>
              <a:ext uri="{FF2B5EF4-FFF2-40B4-BE49-F238E27FC236}">
                <a16:creationId xmlns:a16="http://schemas.microsoft.com/office/drawing/2014/main" id="{28D6F1F3-73DB-2328-20DF-6AF4AE29FEE6}"/>
              </a:ext>
            </a:extLst>
          </p:cNvPr>
          <p:cNvSpPr>
            <a:spLocks noGrp="1"/>
          </p:cNvSpPr>
          <p:nvPr>
            <p:ph type="body" sz="quarter" idx="45" hasCustomPrompt="1"/>
          </p:nvPr>
        </p:nvSpPr>
        <p:spPr>
          <a:xfrm>
            <a:off x="564017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Picture Placeholder 28">
            <a:extLst>
              <a:ext uri="{FF2B5EF4-FFF2-40B4-BE49-F238E27FC236}">
                <a16:creationId xmlns:a16="http://schemas.microsoft.com/office/drawing/2014/main" id="{E10ABC16-B895-E2E3-01D9-32B0F33BFEAD}"/>
              </a:ext>
            </a:extLst>
          </p:cNvPr>
          <p:cNvSpPr>
            <a:spLocks noGrp="1"/>
          </p:cNvSpPr>
          <p:nvPr>
            <p:ph type="pic" sz="quarter" idx="46"/>
          </p:nvPr>
        </p:nvSpPr>
        <p:spPr>
          <a:xfrm>
            <a:off x="8166101" y="165644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1" name="Text Placeholder 7">
            <a:extLst>
              <a:ext uri="{FF2B5EF4-FFF2-40B4-BE49-F238E27FC236}">
                <a16:creationId xmlns:a16="http://schemas.microsoft.com/office/drawing/2014/main" id="{57615BBB-6E98-65DE-70FD-8CF81DF6129D}"/>
              </a:ext>
            </a:extLst>
          </p:cNvPr>
          <p:cNvSpPr>
            <a:spLocks noGrp="1"/>
          </p:cNvSpPr>
          <p:nvPr>
            <p:ph type="body" sz="quarter" idx="47" hasCustomPrompt="1"/>
          </p:nvPr>
        </p:nvSpPr>
        <p:spPr>
          <a:xfrm>
            <a:off x="9520020" y="165687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1">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2" name="Picture Placeholder 28">
            <a:extLst>
              <a:ext uri="{FF2B5EF4-FFF2-40B4-BE49-F238E27FC236}">
                <a16:creationId xmlns:a16="http://schemas.microsoft.com/office/drawing/2014/main" id="{9D5D0CF5-68CE-4C24-F399-D4312C3895F3}"/>
              </a:ext>
            </a:extLst>
          </p:cNvPr>
          <p:cNvSpPr>
            <a:spLocks noGrp="1"/>
          </p:cNvSpPr>
          <p:nvPr>
            <p:ph type="pic" sz="quarter" idx="48"/>
          </p:nvPr>
        </p:nvSpPr>
        <p:spPr>
          <a:xfrm>
            <a:off x="42862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0" name="Text Placeholder 7">
            <a:extLst>
              <a:ext uri="{FF2B5EF4-FFF2-40B4-BE49-F238E27FC236}">
                <a16:creationId xmlns:a16="http://schemas.microsoft.com/office/drawing/2014/main" id="{A83E9329-CE18-49C7-AEDE-8E0BEDC8B1D6}"/>
              </a:ext>
            </a:extLst>
          </p:cNvPr>
          <p:cNvSpPr>
            <a:spLocks noGrp="1"/>
          </p:cNvSpPr>
          <p:nvPr>
            <p:ph type="body" sz="quarter" idx="49" hasCustomPrompt="1"/>
          </p:nvPr>
        </p:nvSpPr>
        <p:spPr>
          <a:xfrm>
            <a:off x="178254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2" name="Picture Placeholder 28">
            <a:extLst>
              <a:ext uri="{FF2B5EF4-FFF2-40B4-BE49-F238E27FC236}">
                <a16:creationId xmlns:a16="http://schemas.microsoft.com/office/drawing/2014/main" id="{05246384-8956-266C-0BB7-E173CF580C52}"/>
              </a:ext>
            </a:extLst>
          </p:cNvPr>
          <p:cNvSpPr>
            <a:spLocks noGrp="1"/>
          </p:cNvSpPr>
          <p:nvPr>
            <p:ph type="pic" sz="quarter" idx="50"/>
          </p:nvPr>
        </p:nvSpPr>
        <p:spPr>
          <a:xfrm>
            <a:off x="430847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3" name="Text Placeholder 7">
            <a:extLst>
              <a:ext uri="{FF2B5EF4-FFF2-40B4-BE49-F238E27FC236}">
                <a16:creationId xmlns:a16="http://schemas.microsoft.com/office/drawing/2014/main" id="{34438F4C-06B3-EB73-35BB-440BFBA50159}"/>
              </a:ext>
            </a:extLst>
          </p:cNvPr>
          <p:cNvSpPr>
            <a:spLocks noGrp="1"/>
          </p:cNvSpPr>
          <p:nvPr>
            <p:ph type="body" sz="quarter" idx="51" hasCustomPrompt="1"/>
          </p:nvPr>
        </p:nvSpPr>
        <p:spPr>
          <a:xfrm>
            <a:off x="566239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5" name="Picture Placeholder 28">
            <a:extLst>
              <a:ext uri="{FF2B5EF4-FFF2-40B4-BE49-F238E27FC236}">
                <a16:creationId xmlns:a16="http://schemas.microsoft.com/office/drawing/2014/main" id="{D80D376A-1061-9BDD-C65C-E9CF2C0B184F}"/>
              </a:ext>
            </a:extLst>
          </p:cNvPr>
          <p:cNvSpPr>
            <a:spLocks noGrp="1"/>
          </p:cNvSpPr>
          <p:nvPr>
            <p:ph type="pic" sz="quarter" idx="52"/>
          </p:nvPr>
        </p:nvSpPr>
        <p:spPr>
          <a:xfrm>
            <a:off x="8188326" y="3097896"/>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26" name="Text Placeholder 7">
            <a:extLst>
              <a:ext uri="{FF2B5EF4-FFF2-40B4-BE49-F238E27FC236}">
                <a16:creationId xmlns:a16="http://schemas.microsoft.com/office/drawing/2014/main" id="{C651DA2C-4150-3CCF-0FB1-5D18D50510EC}"/>
              </a:ext>
            </a:extLst>
          </p:cNvPr>
          <p:cNvSpPr>
            <a:spLocks noGrp="1"/>
          </p:cNvSpPr>
          <p:nvPr>
            <p:ph type="body" sz="quarter" idx="53" hasCustomPrompt="1"/>
          </p:nvPr>
        </p:nvSpPr>
        <p:spPr>
          <a:xfrm>
            <a:off x="9542245" y="3098324"/>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28" name="Picture Placeholder 28">
            <a:extLst>
              <a:ext uri="{FF2B5EF4-FFF2-40B4-BE49-F238E27FC236}">
                <a16:creationId xmlns:a16="http://schemas.microsoft.com/office/drawing/2014/main" id="{5562EA44-02A9-562B-098B-7B1E9899F8EA}"/>
              </a:ext>
            </a:extLst>
          </p:cNvPr>
          <p:cNvSpPr>
            <a:spLocks noGrp="1"/>
          </p:cNvSpPr>
          <p:nvPr>
            <p:ph type="pic" sz="quarter" idx="54"/>
          </p:nvPr>
        </p:nvSpPr>
        <p:spPr>
          <a:xfrm>
            <a:off x="40640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0" name="Text Placeholder 7">
            <a:extLst>
              <a:ext uri="{FF2B5EF4-FFF2-40B4-BE49-F238E27FC236}">
                <a16:creationId xmlns:a16="http://schemas.microsoft.com/office/drawing/2014/main" id="{20E9ED11-1F60-C7C3-DC89-9E93DAEBC9E3}"/>
              </a:ext>
            </a:extLst>
          </p:cNvPr>
          <p:cNvSpPr>
            <a:spLocks noGrp="1"/>
          </p:cNvSpPr>
          <p:nvPr>
            <p:ph type="body" sz="quarter" idx="55" hasCustomPrompt="1"/>
          </p:nvPr>
        </p:nvSpPr>
        <p:spPr>
          <a:xfrm>
            <a:off x="176032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1" name="Picture Placeholder 28">
            <a:extLst>
              <a:ext uri="{FF2B5EF4-FFF2-40B4-BE49-F238E27FC236}">
                <a16:creationId xmlns:a16="http://schemas.microsoft.com/office/drawing/2014/main" id="{A59E6463-816A-A617-944E-CAEFA3662985}"/>
              </a:ext>
            </a:extLst>
          </p:cNvPr>
          <p:cNvSpPr>
            <a:spLocks noGrp="1"/>
          </p:cNvSpPr>
          <p:nvPr>
            <p:ph type="pic" sz="quarter" idx="56"/>
          </p:nvPr>
        </p:nvSpPr>
        <p:spPr>
          <a:xfrm>
            <a:off x="428625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2" name="Text Placeholder 7">
            <a:extLst>
              <a:ext uri="{FF2B5EF4-FFF2-40B4-BE49-F238E27FC236}">
                <a16:creationId xmlns:a16="http://schemas.microsoft.com/office/drawing/2014/main" id="{20DFC40F-C36B-4058-A808-F9F1191AB7B3}"/>
              </a:ext>
            </a:extLst>
          </p:cNvPr>
          <p:cNvSpPr>
            <a:spLocks noGrp="1"/>
          </p:cNvSpPr>
          <p:nvPr>
            <p:ph type="body" sz="quarter" idx="57" hasCustomPrompt="1"/>
          </p:nvPr>
        </p:nvSpPr>
        <p:spPr>
          <a:xfrm>
            <a:off x="564017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3" name="Picture Placeholder 28">
            <a:extLst>
              <a:ext uri="{FF2B5EF4-FFF2-40B4-BE49-F238E27FC236}">
                <a16:creationId xmlns:a16="http://schemas.microsoft.com/office/drawing/2014/main" id="{6C4058AC-21D2-619E-9E07-F9933BD7F4A2}"/>
              </a:ext>
            </a:extLst>
          </p:cNvPr>
          <p:cNvSpPr>
            <a:spLocks noGrp="1"/>
          </p:cNvSpPr>
          <p:nvPr>
            <p:ph type="pic" sz="quarter" idx="58"/>
          </p:nvPr>
        </p:nvSpPr>
        <p:spPr>
          <a:xfrm>
            <a:off x="8166101" y="4579334"/>
            <a:ext cx="1353919" cy="1243584"/>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34" name="Text Placeholder 7">
            <a:extLst>
              <a:ext uri="{FF2B5EF4-FFF2-40B4-BE49-F238E27FC236}">
                <a16:creationId xmlns:a16="http://schemas.microsoft.com/office/drawing/2014/main" id="{64C32D2A-6C23-AAB1-1517-3DE0DB4A6AD2}"/>
              </a:ext>
            </a:extLst>
          </p:cNvPr>
          <p:cNvSpPr>
            <a:spLocks noGrp="1"/>
          </p:cNvSpPr>
          <p:nvPr>
            <p:ph type="body" sz="quarter" idx="59" hasCustomPrompt="1"/>
          </p:nvPr>
        </p:nvSpPr>
        <p:spPr>
          <a:xfrm>
            <a:off x="9520020" y="4579762"/>
            <a:ext cx="2287806" cy="1242728"/>
          </a:xfrm>
          <a:custGeom>
            <a:avLst/>
            <a:gdLst>
              <a:gd name="connsiteX0" fmla="*/ 0 w 2479067"/>
              <a:gd name="connsiteY0" fmla="*/ 0 h 1242728"/>
              <a:gd name="connsiteX1" fmla="*/ 2300512 w 2479067"/>
              <a:gd name="connsiteY1" fmla="*/ 0 h 1242728"/>
              <a:gd name="connsiteX2" fmla="*/ 2479067 w 2479067"/>
              <a:gd name="connsiteY2" fmla="*/ 178555 h 1242728"/>
              <a:gd name="connsiteX3" fmla="*/ 2479067 w 2479067"/>
              <a:gd name="connsiteY3" fmla="*/ 1064173 h 1242728"/>
              <a:gd name="connsiteX4" fmla="*/ 2300512 w 2479067"/>
              <a:gd name="connsiteY4" fmla="*/ 1242728 h 1242728"/>
              <a:gd name="connsiteX5" fmla="*/ 0 w 2479067"/>
              <a:gd name="connsiteY5" fmla="*/ 1242728 h 124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9067" h="1242728">
                <a:moveTo>
                  <a:pt x="0" y="0"/>
                </a:moveTo>
                <a:lnTo>
                  <a:pt x="2300512" y="0"/>
                </a:lnTo>
                <a:cubicBezTo>
                  <a:pt x="2399125" y="0"/>
                  <a:pt x="2479067" y="79942"/>
                  <a:pt x="2479067" y="178555"/>
                </a:cubicBezTo>
                <a:lnTo>
                  <a:pt x="2479067" y="1064173"/>
                </a:lnTo>
                <a:cubicBezTo>
                  <a:pt x="2479067" y="1162786"/>
                  <a:pt x="2399125" y="1242728"/>
                  <a:pt x="2300512" y="1242728"/>
                </a:cubicBezTo>
                <a:lnTo>
                  <a:pt x="0" y="1242728"/>
                </a:lnTo>
                <a:close/>
              </a:path>
            </a:pathLst>
          </a:custGeom>
          <a:solidFill>
            <a:schemeClr val="bg1">
              <a:alpha val="65000"/>
            </a:schemeClr>
          </a:solidFill>
          <a:ln w="15875">
            <a:solidFill>
              <a:schemeClr val="bg1"/>
            </a:solidFill>
          </a:ln>
        </p:spPr>
        <p:txBody>
          <a:bodyPr wrap="square" lIns="18288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5" name="Title 34">
            <a:extLst>
              <a:ext uri="{FF2B5EF4-FFF2-40B4-BE49-F238E27FC236}">
                <a16:creationId xmlns:a16="http://schemas.microsoft.com/office/drawing/2014/main" id="{FA77D22F-7E96-559B-6046-0DDEE7B44E95}"/>
              </a:ext>
            </a:extLst>
          </p:cNvPr>
          <p:cNvSpPr>
            <a:spLocks noGrp="1"/>
          </p:cNvSpPr>
          <p:nvPr>
            <p:ph type="title"/>
          </p:nvPr>
        </p:nvSpPr>
        <p:spPr/>
        <p:txBody>
          <a:bodyPr/>
          <a:lstStyle/>
          <a:p>
            <a:r>
              <a:rPr lang="en-US" dirty="0"/>
              <a:t>Click to edit Master title style</a:t>
            </a:r>
          </a:p>
        </p:txBody>
      </p:sp>
      <p:sp>
        <p:nvSpPr>
          <p:cNvPr id="15" name="Text Placeholder 2">
            <a:extLst>
              <a:ext uri="{FF2B5EF4-FFF2-40B4-BE49-F238E27FC236}">
                <a16:creationId xmlns:a16="http://schemas.microsoft.com/office/drawing/2014/main" id="{98DA7E39-A7BE-C6A6-0D77-49D0EEC7D633}"/>
              </a:ext>
            </a:extLst>
          </p:cNvPr>
          <p:cNvSpPr>
            <a:spLocks noGrp="1"/>
          </p:cNvSpPr>
          <p:nvPr>
            <p:ph type="body" sz="quarter" idx="31" hasCustomPrompt="1"/>
          </p:nvPr>
        </p:nvSpPr>
        <p:spPr>
          <a:xfrm>
            <a:off x="1957078" y="2422641"/>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7" name="Text Placeholder 2">
            <a:extLst>
              <a:ext uri="{FF2B5EF4-FFF2-40B4-BE49-F238E27FC236}">
                <a16:creationId xmlns:a16="http://schemas.microsoft.com/office/drawing/2014/main" id="{804C5920-538E-ADC9-98FE-5C8DA638A54E}"/>
              </a:ext>
            </a:extLst>
          </p:cNvPr>
          <p:cNvSpPr>
            <a:spLocks noGrp="1"/>
          </p:cNvSpPr>
          <p:nvPr>
            <p:ph type="body" sz="quarter" idx="60" hasCustomPrompt="1"/>
          </p:nvPr>
        </p:nvSpPr>
        <p:spPr>
          <a:xfrm>
            <a:off x="5837353" y="2422641"/>
            <a:ext cx="194933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6" name="Text Placeholder 2">
            <a:extLst>
              <a:ext uri="{FF2B5EF4-FFF2-40B4-BE49-F238E27FC236}">
                <a16:creationId xmlns:a16="http://schemas.microsoft.com/office/drawing/2014/main" id="{FD4DAB3F-4CFE-5CC4-EB11-399DE2C0CEF6}"/>
              </a:ext>
            </a:extLst>
          </p:cNvPr>
          <p:cNvSpPr>
            <a:spLocks noGrp="1"/>
          </p:cNvSpPr>
          <p:nvPr>
            <p:ph type="body" sz="quarter" idx="61" hasCustomPrompt="1"/>
          </p:nvPr>
        </p:nvSpPr>
        <p:spPr>
          <a:xfrm>
            <a:off x="9717203" y="2422641"/>
            <a:ext cx="188710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7" name="Text Placeholder 2">
            <a:extLst>
              <a:ext uri="{FF2B5EF4-FFF2-40B4-BE49-F238E27FC236}">
                <a16:creationId xmlns:a16="http://schemas.microsoft.com/office/drawing/2014/main" id="{5BF9407C-7473-EC31-1086-24D3CC2ED0A6}"/>
              </a:ext>
            </a:extLst>
          </p:cNvPr>
          <p:cNvSpPr>
            <a:spLocks noGrp="1"/>
          </p:cNvSpPr>
          <p:nvPr>
            <p:ph type="body" sz="quarter" idx="62" hasCustomPrompt="1"/>
          </p:nvPr>
        </p:nvSpPr>
        <p:spPr>
          <a:xfrm>
            <a:off x="1957078" y="3859964"/>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8" name="Text Placeholder 2">
            <a:extLst>
              <a:ext uri="{FF2B5EF4-FFF2-40B4-BE49-F238E27FC236}">
                <a16:creationId xmlns:a16="http://schemas.microsoft.com/office/drawing/2014/main" id="{7417849E-3099-F898-9587-BBC6C3F4C4CD}"/>
              </a:ext>
            </a:extLst>
          </p:cNvPr>
          <p:cNvSpPr>
            <a:spLocks noGrp="1"/>
          </p:cNvSpPr>
          <p:nvPr>
            <p:ph type="body" sz="quarter" idx="63" hasCustomPrompt="1"/>
          </p:nvPr>
        </p:nvSpPr>
        <p:spPr>
          <a:xfrm>
            <a:off x="5837353" y="3859964"/>
            <a:ext cx="1977910"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39" name="Text Placeholder 2">
            <a:extLst>
              <a:ext uri="{FF2B5EF4-FFF2-40B4-BE49-F238E27FC236}">
                <a16:creationId xmlns:a16="http://schemas.microsoft.com/office/drawing/2014/main" id="{93FF7538-3B07-DD38-5ED4-FA7DD803190A}"/>
              </a:ext>
            </a:extLst>
          </p:cNvPr>
          <p:cNvSpPr>
            <a:spLocks noGrp="1"/>
          </p:cNvSpPr>
          <p:nvPr>
            <p:ph type="body" sz="quarter" idx="64" hasCustomPrompt="1"/>
          </p:nvPr>
        </p:nvSpPr>
        <p:spPr>
          <a:xfrm>
            <a:off x="9717203" y="3859964"/>
            <a:ext cx="1918537"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0" name="Text Placeholder 2">
            <a:extLst>
              <a:ext uri="{FF2B5EF4-FFF2-40B4-BE49-F238E27FC236}">
                <a16:creationId xmlns:a16="http://schemas.microsoft.com/office/drawing/2014/main" id="{4C2128C8-F311-1211-6198-7225B308B9AB}"/>
              </a:ext>
            </a:extLst>
          </p:cNvPr>
          <p:cNvSpPr>
            <a:spLocks noGrp="1"/>
          </p:cNvSpPr>
          <p:nvPr>
            <p:ph type="body" sz="quarter" idx="65" hasCustomPrompt="1"/>
          </p:nvPr>
        </p:nvSpPr>
        <p:spPr>
          <a:xfrm>
            <a:off x="1957078" y="5336649"/>
            <a:ext cx="191769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1" name="Text Placeholder 2">
            <a:extLst>
              <a:ext uri="{FF2B5EF4-FFF2-40B4-BE49-F238E27FC236}">
                <a16:creationId xmlns:a16="http://schemas.microsoft.com/office/drawing/2014/main" id="{A342F7AC-82BD-BCC1-1297-DBA38DFD26C1}"/>
              </a:ext>
            </a:extLst>
          </p:cNvPr>
          <p:cNvSpPr>
            <a:spLocks noGrp="1"/>
          </p:cNvSpPr>
          <p:nvPr>
            <p:ph type="body" sz="quarter" idx="66" hasCustomPrompt="1"/>
          </p:nvPr>
        </p:nvSpPr>
        <p:spPr>
          <a:xfrm>
            <a:off x="5837353" y="5336649"/>
            <a:ext cx="1917902"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42" name="Text Placeholder 2">
            <a:extLst>
              <a:ext uri="{FF2B5EF4-FFF2-40B4-BE49-F238E27FC236}">
                <a16:creationId xmlns:a16="http://schemas.microsoft.com/office/drawing/2014/main" id="{B28ABE23-B3BD-A866-43D1-F66D10EC8B63}"/>
              </a:ext>
            </a:extLst>
          </p:cNvPr>
          <p:cNvSpPr>
            <a:spLocks noGrp="1"/>
          </p:cNvSpPr>
          <p:nvPr>
            <p:ph type="body" sz="quarter" idx="67" hasCustomPrompt="1"/>
          </p:nvPr>
        </p:nvSpPr>
        <p:spPr>
          <a:xfrm>
            <a:off x="9717203" y="5336649"/>
            <a:ext cx="1887105" cy="318117"/>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262394450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o_1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FEA3C2-1BDC-3B47-D126-06B24A6BAA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6634DC-B80E-5242-3B53-8F1D4E1D9BEA}"/>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Picture Placeholder 11">
            <a:extLst>
              <a:ext uri="{FF2B5EF4-FFF2-40B4-BE49-F238E27FC236}">
                <a16:creationId xmlns:a16="http://schemas.microsoft.com/office/drawing/2014/main" id="{091D0109-D8BB-3239-1CB6-E5403E50EE95}"/>
              </a:ext>
            </a:extLst>
          </p:cNvPr>
          <p:cNvSpPr>
            <a:spLocks noGrp="1"/>
          </p:cNvSpPr>
          <p:nvPr>
            <p:ph type="pic" sz="quarter" idx="54"/>
          </p:nvPr>
        </p:nvSpPr>
        <p:spPr>
          <a:xfrm>
            <a:off x="410216" y="1765400"/>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21" name="Text Placeholder 20">
            <a:extLst>
              <a:ext uri="{FF2B5EF4-FFF2-40B4-BE49-F238E27FC236}">
                <a16:creationId xmlns:a16="http://schemas.microsoft.com/office/drawing/2014/main" id="{CBE7498C-4E49-D0AE-9B53-A131799049D8}"/>
              </a:ext>
            </a:extLst>
          </p:cNvPr>
          <p:cNvSpPr>
            <a:spLocks noGrp="1"/>
          </p:cNvSpPr>
          <p:nvPr>
            <p:ph type="body" sz="quarter" idx="61"/>
          </p:nvPr>
        </p:nvSpPr>
        <p:spPr>
          <a:xfrm>
            <a:off x="422053" y="1458967"/>
            <a:ext cx="3632200" cy="230188"/>
          </a:xfrm>
        </p:spPr>
        <p:txBody>
          <a:bodyPr/>
          <a:lstStyle/>
          <a:p>
            <a:pPr lvl="0"/>
            <a:r>
              <a:rPr lang="en-US" dirty="0"/>
              <a:t>Click to edit Master text styles</a:t>
            </a:r>
          </a:p>
        </p:txBody>
      </p:sp>
      <p:sp>
        <p:nvSpPr>
          <p:cNvPr id="42" name="Text Placeholder 20">
            <a:extLst>
              <a:ext uri="{FF2B5EF4-FFF2-40B4-BE49-F238E27FC236}">
                <a16:creationId xmlns:a16="http://schemas.microsoft.com/office/drawing/2014/main" id="{D548FC6B-37BC-0839-F500-F7DCACC036A9}"/>
              </a:ext>
            </a:extLst>
          </p:cNvPr>
          <p:cNvSpPr>
            <a:spLocks noGrp="1"/>
          </p:cNvSpPr>
          <p:nvPr>
            <p:ph type="body" sz="quarter" idx="62"/>
          </p:nvPr>
        </p:nvSpPr>
        <p:spPr>
          <a:xfrm>
            <a:off x="4279900" y="1464927"/>
            <a:ext cx="3632200" cy="230188"/>
          </a:xfrm>
        </p:spPr>
        <p:txBody>
          <a:bodyPr/>
          <a:lstStyle/>
          <a:p>
            <a:pPr lvl="0"/>
            <a:r>
              <a:rPr lang="en-US" dirty="0"/>
              <a:t>Click to edit Master text styles</a:t>
            </a:r>
          </a:p>
        </p:txBody>
      </p:sp>
      <p:sp>
        <p:nvSpPr>
          <p:cNvPr id="43" name="Text Placeholder 20">
            <a:extLst>
              <a:ext uri="{FF2B5EF4-FFF2-40B4-BE49-F238E27FC236}">
                <a16:creationId xmlns:a16="http://schemas.microsoft.com/office/drawing/2014/main" id="{697EC2C2-A911-E2F4-C3C6-ED9F51B00D66}"/>
              </a:ext>
            </a:extLst>
          </p:cNvPr>
          <p:cNvSpPr>
            <a:spLocks noGrp="1"/>
          </p:cNvSpPr>
          <p:nvPr>
            <p:ph type="body" sz="quarter" idx="63"/>
          </p:nvPr>
        </p:nvSpPr>
        <p:spPr>
          <a:xfrm>
            <a:off x="8142288" y="1456191"/>
            <a:ext cx="3632200" cy="230188"/>
          </a:xfrm>
        </p:spPr>
        <p:txBody>
          <a:bodyPr/>
          <a:lstStyle/>
          <a:p>
            <a:pPr lvl="0"/>
            <a:r>
              <a:rPr lang="en-US"/>
              <a:t>Click to edit Master text styles</a:t>
            </a:r>
          </a:p>
        </p:txBody>
      </p:sp>
      <p:sp>
        <p:nvSpPr>
          <p:cNvPr id="6" name="Text Placeholder 5">
            <a:extLst>
              <a:ext uri="{FF2B5EF4-FFF2-40B4-BE49-F238E27FC236}">
                <a16:creationId xmlns:a16="http://schemas.microsoft.com/office/drawing/2014/main" id="{338D7441-C911-22CA-94FF-C7AFCB688937}"/>
              </a:ext>
            </a:extLst>
          </p:cNvPr>
          <p:cNvSpPr>
            <a:spLocks noGrp="1"/>
          </p:cNvSpPr>
          <p:nvPr>
            <p:ph type="body" sz="quarter" idx="42" hasCustomPrompt="1"/>
          </p:nvPr>
        </p:nvSpPr>
        <p:spPr>
          <a:xfrm>
            <a:off x="1342729" y="1767734"/>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3" name="Title 12">
            <a:extLst>
              <a:ext uri="{FF2B5EF4-FFF2-40B4-BE49-F238E27FC236}">
                <a16:creationId xmlns:a16="http://schemas.microsoft.com/office/drawing/2014/main" id="{775EEEE6-FF19-86A6-2126-B965B9890420}"/>
              </a:ext>
            </a:extLst>
          </p:cNvPr>
          <p:cNvSpPr>
            <a:spLocks noGrp="1"/>
          </p:cNvSpPr>
          <p:nvPr>
            <p:ph type="title"/>
          </p:nvPr>
        </p:nvSpPr>
        <p:spPr/>
        <p:txBody>
          <a:bodyPr/>
          <a:lstStyle/>
          <a:p>
            <a:r>
              <a:rPr lang="en-US"/>
              <a:t>Click to edit Master title style</a:t>
            </a:r>
          </a:p>
        </p:txBody>
      </p:sp>
      <p:sp>
        <p:nvSpPr>
          <p:cNvPr id="14" name="Picture Placeholder 11">
            <a:extLst>
              <a:ext uri="{FF2B5EF4-FFF2-40B4-BE49-F238E27FC236}">
                <a16:creationId xmlns:a16="http://schemas.microsoft.com/office/drawing/2014/main" id="{566E52F2-1B2B-AC80-B556-D5CB747E001D}"/>
              </a:ext>
            </a:extLst>
          </p:cNvPr>
          <p:cNvSpPr>
            <a:spLocks noGrp="1"/>
          </p:cNvSpPr>
          <p:nvPr>
            <p:ph type="pic" sz="quarter" idx="64"/>
          </p:nvPr>
        </p:nvSpPr>
        <p:spPr>
          <a:xfrm>
            <a:off x="4281784" y="1765400"/>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5" name="Text Placeholder 5">
            <a:extLst>
              <a:ext uri="{FF2B5EF4-FFF2-40B4-BE49-F238E27FC236}">
                <a16:creationId xmlns:a16="http://schemas.microsoft.com/office/drawing/2014/main" id="{D9F4B865-D7C1-2FB0-720E-C0FDCC213367}"/>
              </a:ext>
            </a:extLst>
          </p:cNvPr>
          <p:cNvSpPr>
            <a:spLocks noGrp="1"/>
          </p:cNvSpPr>
          <p:nvPr>
            <p:ph type="body" sz="quarter" idx="65" hasCustomPrompt="1"/>
          </p:nvPr>
        </p:nvSpPr>
        <p:spPr>
          <a:xfrm>
            <a:off x="5204561" y="1767734"/>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6" name="Picture Placeholder 11">
            <a:extLst>
              <a:ext uri="{FF2B5EF4-FFF2-40B4-BE49-F238E27FC236}">
                <a16:creationId xmlns:a16="http://schemas.microsoft.com/office/drawing/2014/main" id="{394E0C25-66E7-4B92-871C-B1336910A85D}"/>
              </a:ext>
            </a:extLst>
          </p:cNvPr>
          <p:cNvSpPr>
            <a:spLocks noGrp="1"/>
          </p:cNvSpPr>
          <p:nvPr>
            <p:ph type="pic" sz="quarter" idx="66"/>
          </p:nvPr>
        </p:nvSpPr>
        <p:spPr>
          <a:xfrm>
            <a:off x="8151134" y="1765400"/>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7" name="Text Placeholder 5">
            <a:extLst>
              <a:ext uri="{FF2B5EF4-FFF2-40B4-BE49-F238E27FC236}">
                <a16:creationId xmlns:a16="http://schemas.microsoft.com/office/drawing/2014/main" id="{E921926E-C625-8506-2B1F-123CDF863EA3}"/>
              </a:ext>
            </a:extLst>
          </p:cNvPr>
          <p:cNvSpPr>
            <a:spLocks noGrp="1"/>
          </p:cNvSpPr>
          <p:nvPr>
            <p:ph type="body" sz="quarter" idx="67" hasCustomPrompt="1"/>
          </p:nvPr>
        </p:nvSpPr>
        <p:spPr>
          <a:xfrm>
            <a:off x="9066700" y="1767734"/>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8" name="Picture Placeholder 11">
            <a:extLst>
              <a:ext uri="{FF2B5EF4-FFF2-40B4-BE49-F238E27FC236}">
                <a16:creationId xmlns:a16="http://schemas.microsoft.com/office/drawing/2014/main" id="{A03D04A0-C7CB-F8D6-DCDF-A9C8371A8031}"/>
              </a:ext>
            </a:extLst>
          </p:cNvPr>
          <p:cNvSpPr>
            <a:spLocks noGrp="1"/>
          </p:cNvSpPr>
          <p:nvPr>
            <p:ph type="pic" sz="quarter" idx="68"/>
          </p:nvPr>
        </p:nvSpPr>
        <p:spPr>
          <a:xfrm>
            <a:off x="413221" y="2834367"/>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28" name="Text Placeholder 5">
            <a:extLst>
              <a:ext uri="{FF2B5EF4-FFF2-40B4-BE49-F238E27FC236}">
                <a16:creationId xmlns:a16="http://schemas.microsoft.com/office/drawing/2014/main" id="{112ABCD8-FB60-FD25-05A3-9A1147CDA23B}"/>
              </a:ext>
            </a:extLst>
          </p:cNvPr>
          <p:cNvSpPr>
            <a:spLocks noGrp="1"/>
          </p:cNvSpPr>
          <p:nvPr>
            <p:ph type="body" sz="quarter" idx="69" hasCustomPrompt="1"/>
          </p:nvPr>
        </p:nvSpPr>
        <p:spPr>
          <a:xfrm>
            <a:off x="1345735" y="2836701"/>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39" name="Picture Placeholder 11">
            <a:extLst>
              <a:ext uri="{FF2B5EF4-FFF2-40B4-BE49-F238E27FC236}">
                <a16:creationId xmlns:a16="http://schemas.microsoft.com/office/drawing/2014/main" id="{AFDD7CC1-C0B3-A253-BAE4-923559C2FB0C}"/>
              </a:ext>
            </a:extLst>
          </p:cNvPr>
          <p:cNvSpPr>
            <a:spLocks noGrp="1"/>
          </p:cNvSpPr>
          <p:nvPr>
            <p:ph type="pic" sz="quarter" idx="70"/>
          </p:nvPr>
        </p:nvSpPr>
        <p:spPr>
          <a:xfrm>
            <a:off x="4284789" y="2834367"/>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0" name="Text Placeholder 5">
            <a:extLst>
              <a:ext uri="{FF2B5EF4-FFF2-40B4-BE49-F238E27FC236}">
                <a16:creationId xmlns:a16="http://schemas.microsoft.com/office/drawing/2014/main" id="{DFA47045-5809-6C0B-15D3-3F5BB8D4D5A1}"/>
              </a:ext>
            </a:extLst>
          </p:cNvPr>
          <p:cNvSpPr>
            <a:spLocks noGrp="1"/>
          </p:cNvSpPr>
          <p:nvPr>
            <p:ph type="body" sz="quarter" idx="71" hasCustomPrompt="1"/>
          </p:nvPr>
        </p:nvSpPr>
        <p:spPr>
          <a:xfrm>
            <a:off x="5207567" y="2836701"/>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1" name="Picture Placeholder 11">
            <a:extLst>
              <a:ext uri="{FF2B5EF4-FFF2-40B4-BE49-F238E27FC236}">
                <a16:creationId xmlns:a16="http://schemas.microsoft.com/office/drawing/2014/main" id="{11A0416E-4EB6-253D-FD05-15454BB45FA5}"/>
              </a:ext>
            </a:extLst>
          </p:cNvPr>
          <p:cNvSpPr>
            <a:spLocks noGrp="1"/>
          </p:cNvSpPr>
          <p:nvPr>
            <p:ph type="pic" sz="quarter" idx="72"/>
          </p:nvPr>
        </p:nvSpPr>
        <p:spPr>
          <a:xfrm>
            <a:off x="8154140" y="2834367"/>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4" name="Text Placeholder 5">
            <a:extLst>
              <a:ext uri="{FF2B5EF4-FFF2-40B4-BE49-F238E27FC236}">
                <a16:creationId xmlns:a16="http://schemas.microsoft.com/office/drawing/2014/main" id="{56273B95-2354-706D-F7F2-2BD6C792DA7D}"/>
              </a:ext>
            </a:extLst>
          </p:cNvPr>
          <p:cNvSpPr>
            <a:spLocks noGrp="1"/>
          </p:cNvSpPr>
          <p:nvPr>
            <p:ph type="body" sz="quarter" idx="73" hasCustomPrompt="1"/>
          </p:nvPr>
        </p:nvSpPr>
        <p:spPr>
          <a:xfrm>
            <a:off x="9069705" y="2836701"/>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5" name="Picture Placeholder 11">
            <a:extLst>
              <a:ext uri="{FF2B5EF4-FFF2-40B4-BE49-F238E27FC236}">
                <a16:creationId xmlns:a16="http://schemas.microsoft.com/office/drawing/2014/main" id="{C6658E23-D8C1-F16F-F656-515AC8468DD9}"/>
              </a:ext>
            </a:extLst>
          </p:cNvPr>
          <p:cNvSpPr>
            <a:spLocks noGrp="1"/>
          </p:cNvSpPr>
          <p:nvPr>
            <p:ph type="pic" sz="quarter" idx="74"/>
          </p:nvPr>
        </p:nvSpPr>
        <p:spPr>
          <a:xfrm>
            <a:off x="400480" y="3932972"/>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6" name="Text Placeholder 5">
            <a:extLst>
              <a:ext uri="{FF2B5EF4-FFF2-40B4-BE49-F238E27FC236}">
                <a16:creationId xmlns:a16="http://schemas.microsoft.com/office/drawing/2014/main" id="{CF7DE4F3-3684-4E5B-81EB-62B4DEF53373}"/>
              </a:ext>
            </a:extLst>
          </p:cNvPr>
          <p:cNvSpPr>
            <a:spLocks noGrp="1"/>
          </p:cNvSpPr>
          <p:nvPr>
            <p:ph type="body" sz="quarter" idx="75" hasCustomPrompt="1"/>
          </p:nvPr>
        </p:nvSpPr>
        <p:spPr>
          <a:xfrm>
            <a:off x="1332993" y="3935306"/>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7" name="Picture Placeholder 11">
            <a:extLst>
              <a:ext uri="{FF2B5EF4-FFF2-40B4-BE49-F238E27FC236}">
                <a16:creationId xmlns:a16="http://schemas.microsoft.com/office/drawing/2014/main" id="{22A33362-F85F-2037-F7D8-B1BFF7F67104}"/>
              </a:ext>
            </a:extLst>
          </p:cNvPr>
          <p:cNvSpPr>
            <a:spLocks noGrp="1"/>
          </p:cNvSpPr>
          <p:nvPr>
            <p:ph type="pic" sz="quarter" idx="76"/>
          </p:nvPr>
        </p:nvSpPr>
        <p:spPr>
          <a:xfrm>
            <a:off x="4272048" y="3932972"/>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48" name="Text Placeholder 5">
            <a:extLst>
              <a:ext uri="{FF2B5EF4-FFF2-40B4-BE49-F238E27FC236}">
                <a16:creationId xmlns:a16="http://schemas.microsoft.com/office/drawing/2014/main" id="{DDC46B99-7E93-060C-14B5-228E908A9C8B}"/>
              </a:ext>
            </a:extLst>
          </p:cNvPr>
          <p:cNvSpPr>
            <a:spLocks noGrp="1"/>
          </p:cNvSpPr>
          <p:nvPr>
            <p:ph type="body" sz="quarter" idx="77" hasCustomPrompt="1"/>
          </p:nvPr>
        </p:nvSpPr>
        <p:spPr>
          <a:xfrm>
            <a:off x="5194825" y="3935306"/>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49" name="Picture Placeholder 11">
            <a:extLst>
              <a:ext uri="{FF2B5EF4-FFF2-40B4-BE49-F238E27FC236}">
                <a16:creationId xmlns:a16="http://schemas.microsoft.com/office/drawing/2014/main" id="{F5194E0D-0FD9-2F6D-BDAD-10D069D1DD02}"/>
              </a:ext>
            </a:extLst>
          </p:cNvPr>
          <p:cNvSpPr>
            <a:spLocks noGrp="1"/>
          </p:cNvSpPr>
          <p:nvPr>
            <p:ph type="pic" sz="quarter" idx="78"/>
          </p:nvPr>
        </p:nvSpPr>
        <p:spPr>
          <a:xfrm>
            <a:off x="8141398" y="3932972"/>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0" name="Text Placeholder 5">
            <a:extLst>
              <a:ext uri="{FF2B5EF4-FFF2-40B4-BE49-F238E27FC236}">
                <a16:creationId xmlns:a16="http://schemas.microsoft.com/office/drawing/2014/main" id="{A9AA4FCE-9B18-0272-C960-92BABFDE1FF2}"/>
              </a:ext>
            </a:extLst>
          </p:cNvPr>
          <p:cNvSpPr>
            <a:spLocks noGrp="1"/>
          </p:cNvSpPr>
          <p:nvPr>
            <p:ph type="body" sz="quarter" idx="79" hasCustomPrompt="1"/>
          </p:nvPr>
        </p:nvSpPr>
        <p:spPr>
          <a:xfrm>
            <a:off x="9056964" y="3935306"/>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1" name="Picture Placeholder 11">
            <a:extLst>
              <a:ext uri="{FF2B5EF4-FFF2-40B4-BE49-F238E27FC236}">
                <a16:creationId xmlns:a16="http://schemas.microsoft.com/office/drawing/2014/main" id="{C6FE43FD-B895-89DA-AAF0-9E31BF6C1208}"/>
              </a:ext>
            </a:extLst>
          </p:cNvPr>
          <p:cNvSpPr>
            <a:spLocks noGrp="1"/>
          </p:cNvSpPr>
          <p:nvPr>
            <p:ph type="pic" sz="quarter" idx="80"/>
          </p:nvPr>
        </p:nvSpPr>
        <p:spPr>
          <a:xfrm>
            <a:off x="410216" y="5004273"/>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2" name="Text Placeholder 5">
            <a:extLst>
              <a:ext uri="{FF2B5EF4-FFF2-40B4-BE49-F238E27FC236}">
                <a16:creationId xmlns:a16="http://schemas.microsoft.com/office/drawing/2014/main" id="{C469D335-F0EB-3CAE-701B-F180A2280E76}"/>
              </a:ext>
            </a:extLst>
          </p:cNvPr>
          <p:cNvSpPr>
            <a:spLocks noGrp="1"/>
          </p:cNvSpPr>
          <p:nvPr>
            <p:ph type="body" sz="quarter" idx="81" hasCustomPrompt="1"/>
          </p:nvPr>
        </p:nvSpPr>
        <p:spPr>
          <a:xfrm>
            <a:off x="1342729" y="5006607"/>
            <a:ext cx="2697803"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3" name="Picture Placeholder 11">
            <a:extLst>
              <a:ext uri="{FF2B5EF4-FFF2-40B4-BE49-F238E27FC236}">
                <a16:creationId xmlns:a16="http://schemas.microsoft.com/office/drawing/2014/main" id="{8051CC0C-B714-3007-E4DD-A328CFB7D0C6}"/>
              </a:ext>
            </a:extLst>
          </p:cNvPr>
          <p:cNvSpPr>
            <a:spLocks noGrp="1"/>
          </p:cNvSpPr>
          <p:nvPr>
            <p:ph type="pic" sz="quarter" idx="82"/>
          </p:nvPr>
        </p:nvSpPr>
        <p:spPr>
          <a:xfrm>
            <a:off x="4281784" y="5004273"/>
            <a:ext cx="93551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4" name="Text Placeholder 5">
            <a:extLst>
              <a:ext uri="{FF2B5EF4-FFF2-40B4-BE49-F238E27FC236}">
                <a16:creationId xmlns:a16="http://schemas.microsoft.com/office/drawing/2014/main" id="{177E8D2D-0DDD-59B9-3241-A9E5FDAA6A45}"/>
              </a:ext>
            </a:extLst>
          </p:cNvPr>
          <p:cNvSpPr>
            <a:spLocks noGrp="1"/>
          </p:cNvSpPr>
          <p:nvPr>
            <p:ph type="body" sz="quarter" idx="83" hasCustomPrompt="1"/>
          </p:nvPr>
        </p:nvSpPr>
        <p:spPr>
          <a:xfrm>
            <a:off x="5204561" y="5006607"/>
            <a:ext cx="2707539"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55" name="Picture Placeholder 11">
            <a:extLst>
              <a:ext uri="{FF2B5EF4-FFF2-40B4-BE49-F238E27FC236}">
                <a16:creationId xmlns:a16="http://schemas.microsoft.com/office/drawing/2014/main" id="{587EB062-A6DB-8804-A252-7E84B85A3C0F}"/>
              </a:ext>
            </a:extLst>
          </p:cNvPr>
          <p:cNvSpPr>
            <a:spLocks noGrp="1"/>
          </p:cNvSpPr>
          <p:nvPr>
            <p:ph type="pic" sz="quarter" idx="84"/>
          </p:nvPr>
        </p:nvSpPr>
        <p:spPr>
          <a:xfrm>
            <a:off x="8151134" y="5004273"/>
            <a:ext cx="958109" cy="859536"/>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56" name="Text Placeholder 5">
            <a:extLst>
              <a:ext uri="{FF2B5EF4-FFF2-40B4-BE49-F238E27FC236}">
                <a16:creationId xmlns:a16="http://schemas.microsoft.com/office/drawing/2014/main" id="{56A960A7-39CD-0F21-80E2-BEC6D3F79A9B}"/>
              </a:ext>
            </a:extLst>
          </p:cNvPr>
          <p:cNvSpPr>
            <a:spLocks noGrp="1"/>
          </p:cNvSpPr>
          <p:nvPr>
            <p:ph type="body" sz="quarter" idx="85" hasCustomPrompt="1"/>
          </p:nvPr>
        </p:nvSpPr>
        <p:spPr>
          <a:xfrm>
            <a:off x="9066700" y="5006607"/>
            <a:ext cx="2714751" cy="854871"/>
          </a:xfrm>
          <a:custGeom>
            <a:avLst/>
            <a:gdLst>
              <a:gd name="connsiteX0" fmla="*/ 0 w 2720455"/>
              <a:gd name="connsiteY0" fmla="*/ 0 h 854871"/>
              <a:gd name="connsiteX1" fmla="*/ 2553943 w 2720455"/>
              <a:gd name="connsiteY1" fmla="*/ 0 h 854871"/>
              <a:gd name="connsiteX2" fmla="*/ 2720455 w 2720455"/>
              <a:gd name="connsiteY2" fmla="*/ 166512 h 854871"/>
              <a:gd name="connsiteX3" fmla="*/ 2720455 w 2720455"/>
              <a:gd name="connsiteY3" fmla="*/ 688359 h 854871"/>
              <a:gd name="connsiteX4" fmla="*/ 2553943 w 2720455"/>
              <a:gd name="connsiteY4" fmla="*/ 854871 h 854871"/>
              <a:gd name="connsiteX5" fmla="*/ 0 w 2720455"/>
              <a:gd name="connsiteY5" fmla="*/ 854871 h 85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455" h="854871">
                <a:moveTo>
                  <a:pt x="0" y="0"/>
                </a:moveTo>
                <a:lnTo>
                  <a:pt x="2553943" y="0"/>
                </a:lnTo>
                <a:cubicBezTo>
                  <a:pt x="2645905" y="0"/>
                  <a:pt x="2720455" y="74550"/>
                  <a:pt x="2720455" y="166512"/>
                </a:cubicBezTo>
                <a:lnTo>
                  <a:pt x="2720455" y="688359"/>
                </a:lnTo>
                <a:cubicBezTo>
                  <a:pt x="2720455" y="780321"/>
                  <a:pt x="2645905" y="854871"/>
                  <a:pt x="2553943" y="854871"/>
                </a:cubicBezTo>
                <a:lnTo>
                  <a:pt x="0" y="854871"/>
                </a:lnTo>
                <a:close/>
              </a:path>
            </a:pathLst>
          </a:custGeom>
          <a:solidFill>
            <a:schemeClr val="bg1">
              <a:alpha val="65000"/>
            </a:schemeClr>
          </a:solidFill>
          <a:ln w="15875">
            <a:solidFill>
              <a:schemeClr val="bg1"/>
            </a:solidFill>
          </a:ln>
        </p:spPr>
        <p:txBody>
          <a:bodyPr wrap="square" lIns="137160" tIns="137160" rIns="91440">
            <a:noAutofit/>
          </a:bodyPr>
          <a:lstStyle>
            <a:lvl1pPr>
              <a:lnSpc>
                <a:spcPct val="110000"/>
              </a:lnSpc>
              <a:spcAft>
                <a:spcPts val="0"/>
              </a:spcAft>
              <a:defRPr sz="8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800" b="0">
                <a:solidFill>
                  <a:schemeClr val="accent4"/>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2">
            <a:extLst>
              <a:ext uri="{FF2B5EF4-FFF2-40B4-BE49-F238E27FC236}">
                <a16:creationId xmlns:a16="http://schemas.microsoft.com/office/drawing/2014/main" id="{993F104F-B207-67B2-DBF2-DD680622D3EC}"/>
              </a:ext>
            </a:extLst>
          </p:cNvPr>
          <p:cNvSpPr>
            <a:spLocks noGrp="1"/>
          </p:cNvSpPr>
          <p:nvPr>
            <p:ph type="body" sz="quarter" idx="31" hasCustomPrompt="1"/>
          </p:nvPr>
        </p:nvSpPr>
        <p:spPr>
          <a:xfrm>
            <a:off x="1501963" y="238306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8" name="Text Placeholder 2">
            <a:extLst>
              <a:ext uri="{FF2B5EF4-FFF2-40B4-BE49-F238E27FC236}">
                <a16:creationId xmlns:a16="http://schemas.microsoft.com/office/drawing/2014/main" id="{8BEBC399-FB3B-44D1-CB09-0DB8451F1D31}"/>
              </a:ext>
            </a:extLst>
          </p:cNvPr>
          <p:cNvSpPr>
            <a:spLocks noGrp="1"/>
          </p:cNvSpPr>
          <p:nvPr>
            <p:ph type="body" sz="quarter" idx="86" hasCustomPrompt="1"/>
          </p:nvPr>
        </p:nvSpPr>
        <p:spPr>
          <a:xfrm>
            <a:off x="5359881" y="238306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9" name="Text Placeholder 2">
            <a:extLst>
              <a:ext uri="{FF2B5EF4-FFF2-40B4-BE49-F238E27FC236}">
                <a16:creationId xmlns:a16="http://schemas.microsoft.com/office/drawing/2014/main" id="{D656AB48-D5F9-3D19-2244-6D2D223D3843}"/>
              </a:ext>
            </a:extLst>
          </p:cNvPr>
          <p:cNvSpPr>
            <a:spLocks noGrp="1"/>
          </p:cNvSpPr>
          <p:nvPr>
            <p:ph type="body" sz="quarter" idx="87" hasCustomPrompt="1"/>
          </p:nvPr>
        </p:nvSpPr>
        <p:spPr>
          <a:xfrm>
            <a:off x="9242341" y="238306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0" name="Text Placeholder 2">
            <a:extLst>
              <a:ext uri="{FF2B5EF4-FFF2-40B4-BE49-F238E27FC236}">
                <a16:creationId xmlns:a16="http://schemas.microsoft.com/office/drawing/2014/main" id="{3AC3A7CE-D616-7A98-F4B7-CBD65DA7E59F}"/>
              </a:ext>
            </a:extLst>
          </p:cNvPr>
          <p:cNvSpPr>
            <a:spLocks noGrp="1"/>
          </p:cNvSpPr>
          <p:nvPr>
            <p:ph type="body" sz="quarter" idx="88" hasCustomPrompt="1"/>
          </p:nvPr>
        </p:nvSpPr>
        <p:spPr>
          <a:xfrm>
            <a:off x="1501963" y="3455533"/>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1" name="Text Placeholder 2">
            <a:extLst>
              <a:ext uri="{FF2B5EF4-FFF2-40B4-BE49-F238E27FC236}">
                <a16:creationId xmlns:a16="http://schemas.microsoft.com/office/drawing/2014/main" id="{FA41AD46-41D0-FDDB-8D18-4E2881828637}"/>
              </a:ext>
            </a:extLst>
          </p:cNvPr>
          <p:cNvSpPr>
            <a:spLocks noGrp="1"/>
          </p:cNvSpPr>
          <p:nvPr>
            <p:ph type="body" sz="quarter" idx="89" hasCustomPrompt="1"/>
          </p:nvPr>
        </p:nvSpPr>
        <p:spPr>
          <a:xfrm>
            <a:off x="5359881" y="3455533"/>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19" name="Text Placeholder 2">
            <a:extLst>
              <a:ext uri="{FF2B5EF4-FFF2-40B4-BE49-F238E27FC236}">
                <a16:creationId xmlns:a16="http://schemas.microsoft.com/office/drawing/2014/main" id="{BD202245-4D68-EBE7-EFBF-6F1C06F0AEAC}"/>
              </a:ext>
            </a:extLst>
          </p:cNvPr>
          <p:cNvSpPr>
            <a:spLocks noGrp="1"/>
          </p:cNvSpPr>
          <p:nvPr>
            <p:ph type="body" sz="quarter" idx="90" hasCustomPrompt="1"/>
          </p:nvPr>
        </p:nvSpPr>
        <p:spPr>
          <a:xfrm>
            <a:off x="9242341" y="3455532"/>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0" name="Text Placeholder 2">
            <a:extLst>
              <a:ext uri="{FF2B5EF4-FFF2-40B4-BE49-F238E27FC236}">
                <a16:creationId xmlns:a16="http://schemas.microsoft.com/office/drawing/2014/main" id="{D7C654A0-684B-942D-C985-FF7D9E715864}"/>
              </a:ext>
            </a:extLst>
          </p:cNvPr>
          <p:cNvSpPr>
            <a:spLocks noGrp="1"/>
          </p:cNvSpPr>
          <p:nvPr>
            <p:ph type="body" sz="quarter" idx="91" hasCustomPrompt="1"/>
          </p:nvPr>
        </p:nvSpPr>
        <p:spPr>
          <a:xfrm>
            <a:off x="1501963" y="455413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2" name="Text Placeholder 2">
            <a:extLst>
              <a:ext uri="{FF2B5EF4-FFF2-40B4-BE49-F238E27FC236}">
                <a16:creationId xmlns:a16="http://schemas.microsoft.com/office/drawing/2014/main" id="{742203A4-F942-870D-774E-1A1332DFD03A}"/>
              </a:ext>
            </a:extLst>
          </p:cNvPr>
          <p:cNvSpPr>
            <a:spLocks noGrp="1"/>
          </p:cNvSpPr>
          <p:nvPr>
            <p:ph type="body" sz="quarter" idx="92" hasCustomPrompt="1"/>
          </p:nvPr>
        </p:nvSpPr>
        <p:spPr>
          <a:xfrm>
            <a:off x="5359881" y="455413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3" name="Text Placeholder 2">
            <a:extLst>
              <a:ext uri="{FF2B5EF4-FFF2-40B4-BE49-F238E27FC236}">
                <a16:creationId xmlns:a16="http://schemas.microsoft.com/office/drawing/2014/main" id="{1BA0516E-86EA-ED3C-8141-EC3163279704}"/>
              </a:ext>
            </a:extLst>
          </p:cNvPr>
          <p:cNvSpPr>
            <a:spLocks noGrp="1"/>
          </p:cNvSpPr>
          <p:nvPr>
            <p:ph type="body" sz="quarter" idx="93" hasCustomPrompt="1"/>
          </p:nvPr>
        </p:nvSpPr>
        <p:spPr>
          <a:xfrm>
            <a:off x="9242341" y="455413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66177DDC-D278-1B40-753A-445346A27780}"/>
              </a:ext>
            </a:extLst>
          </p:cNvPr>
          <p:cNvSpPr>
            <a:spLocks noGrp="1"/>
          </p:cNvSpPr>
          <p:nvPr>
            <p:ph type="body" sz="quarter" idx="94" hasCustomPrompt="1"/>
          </p:nvPr>
        </p:nvSpPr>
        <p:spPr>
          <a:xfrm>
            <a:off x="1501963" y="565141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5" name="Text Placeholder 2">
            <a:extLst>
              <a:ext uri="{FF2B5EF4-FFF2-40B4-BE49-F238E27FC236}">
                <a16:creationId xmlns:a16="http://schemas.microsoft.com/office/drawing/2014/main" id="{B40AADD9-AD70-B1B3-28C3-55B61212FC37}"/>
              </a:ext>
            </a:extLst>
          </p:cNvPr>
          <p:cNvSpPr>
            <a:spLocks noGrp="1"/>
          </p:cNvSpPr>
          <p:nvPr>
            <p:ph type="body" sz="quarter" idx="95" hasCustomPrompt="1"/>
          </p:nvPr>
        </p:nvSpPr>
        <p:spPr>
          <a:xfrm>
            <a:off x="5359881" y="5651418"/>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
        <p:nvSpPr>
          <p:cNvPr id="26" name="Text Placeholder 2">
            <a:extLst>
              <a:ext uri="{FF2B5EF4-FFF2-40B4-BE49-F238E27FC236}">
                <a16:creationId xmlns:a16="http://schemas.microsoft.com/office/drawing/2014/main" id="{BDEC1334-90A6-7BEC-4F30-9362757AC5FD}"/>
              </a:ext>
            </a:extLst>
          </p:cNvPr>
          <p:cNvSpPr>
            <a:spLocks noGrp="1"/>
          </p:cNvSpPr>
          <p:nvPr>
            <p:ph type="body" sz="quarter" idx="96" hasCustomPrompt="1"/>
          </p:nvPr>
        </p:nvSpPr>
        <p:spPr>
          <a:xfrm>
            <a:off x="9242341" y="5651417"/>
            <a:ext cx="2429291" cy="237204"/>
          </a:xfrm>
        </p:spPr>
        <p:txBody>
          <a:bodyPr anchor="t" anchorCtr="0"/>
          <a:lstStyle>
            <a:lvl1pPr marL="190510" indent="-190510">
              <a:buSzPct val="100000"/>
              <a:buFontTx/>
              <a:buBlip>
                <a:blip>
                  <a:extLst>
                    <a:ext uri="{96DAC541-7B7A-43D3-8B79-37D633B846F1}">
                      <asvg:svgBlip xmlns:asvg="http://schemas.microsoft.com/office/drawing/2016/SVG/main" r:embed="rId3"/>
                    </a:ext>
                  </a:extLst>
                </a:blip>
              </a:buBlip>
              <a:defRPr sz="900" b="0"/>
            </a:lvl1pPr>
          </a:lstStyle>
          <a:p>
            <a:pPr lvl="0"/>
            <a:r>
              <a:rPr lang="en-US" dirty="0"/>
              <a:t>email</a:t>
            </a:r>
          </a:p>
        </p:txBody>
      </p:sp>
    </p:spTree>
    <p:extLst>
      <p:ext uri="{BB962C8B-B14F-4D97-AF65-F5344CB8AC3E}">
        <p14:creationId xmlns:p14="http://schemas.microsoft.com/office/powerpoint/2010/main" val="320366332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V_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E0CE-0102-6937-EF04-7711958857C9}"/>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Text Placeholder 11">
            <a:extLst>
              <a:ext uri="{FF2B5EF4-FFF2-40B4-BE49-F238E27FC236}">
                <a16:creationId xmlns:a16="http://schemas.microsoft.com/office/drawing/2014/main" id="{C83E0575-A4ED-70EC-2D88-3D62E6F73BFC}"/>
              </a:ext>
            </a:extLst>
          </p:cNvPr>
          <p:cNvSpPr>
            <a:spLocks noGrp="1"/>
          </p:cNvSpPr>
          <p:nvPr>
            <p:ph type="body" sz="quarter" idx="26" hasCustomPrompt="1"/>
          </p:nvPr>
        </p:nvSpPr>
        <p:spPr>
          <a:xfrm>
            <a:off x="2800350" y="2095500"/>
            <a:ext cx="8961438" cy="3836988"/>
          </a:xfrm>
        </p:spPr>
        <p:txBody>
          <a:bodyPr numCol="2" spcCol="45720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7" name="Picture Placeholder 7">
            <a:extLst>
              <a:ext uri="{FF2B5EF4-FFF2-40B4-BE49-F238E27FC236}">
                <a16:creationId xmlns:a16="http://schemas.microsoft.com/office/drawing/2014/main" id="{018131B9-2F3E-0A5D-EFA0-CA36A5AD3916}"/>
              </a:ext>
            </a:extLst>
          </p:cNvPr>
          <p:cNvSpPr>
            <a:spLocks noGrp="1"/>
          </p:cNvSpPr>
          <p:nvPr>
            <p:ph type="pic" sz="quarter" idx="27"/>
          </p:nvPr>
        </p:nvSpPr>
        <p:spPr>
          <a:xfrm>
            <a:off x="42862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9" name="Text Placeholder 8">
            <a:extLst>
              <a:ext uri="{FF2B5EF4-FFF2-40B4-BE49-F238E27FC236}">
                <a16:creationId xmlns:a16="http://schemas.microsoft.com/office/drawing/2014/main" id="{CCE2E6D1-601F-1246-FB6C-3CF373774ADE}"/>
              </a:ext>
            </a:extLst>
          </p:cNvPr>
          <p:cNvSpPr>
            <a:spLocks noGrp="1"/>
          </p:cNvSpPr>
          <p:nvPr>
            <p:ph type="body" sz="quarter" idx="28" hasCustomPrompt="1"/>
          </p:nvPr>
        </p:nvSpPr>
        <p:spPr>
          <a:xfrm>
            <a:off x="430395" y="4071533"/>
            <a:ext cx="2127012" cy="1492020"/>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0" name="Text Placeholder 2">
            <a:extLst>
              <a:ext uri="{FF2B5EF4-FFF2-40B4-BE49-F238E27FC236}">
                <a16:creationId xmlns:a16="http://schemas.microsoft.com/office/drawing/2014/main" id="{DC704CBB-04A7-5EFB-4B49-079BF5EE3B11}"/>
              </a:ext>
            </a:extLst>
          </p:cNvPr>
          <p:cNvSpPr>
            <a:spLocks noGrp="1"/>
          </p:cNvSpPr>
          <p:nvPr>
            <p:ph type="body" sz="quarter" idx="31" hasCustomPrompt="1"/>
          </p:nvPr>
        </p:nvSpPr>
        <p:spPr>
          <a:xfrm>
            <a:off x="571196" y="5189221"/>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14" name="Text Placeholder 2">
            <a:extLst>
              <a:ext uri="{FF2B5EF4-FFF2-40B4-BE49-F238E27FC236}">
                <a16:creationId xmlns:a16="http://schemas.microsoft.com/office/drawing/2014/main" id="{49B50691-3E88-0250-17E3-E99F608BC3B6}"/>
              </a:ext>
            </a:extLst>
          </p:cNvPr>
          <p:cNvSpPr>
            <a:spLocks noGrp="1"/>
          </p:cNvSpPr>
          <p:nvPr>
            <p:ph type="body" sz="quarter" idx="32" hasCustomPrompt="1"/>
          </p:nvPr>
        </p:nvSpPr>
        <p:spPr>
          <a:xfrm>
            <a:off x="571196" y="5034916"/>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email</a:t>
            </a:r>
          </a:p>
        </p:txBody>
      </p:sp>
    </p:spTree>
    <p:extLst>
      <p:ext uri="{BB962C8B-B14F-4D97-AF65-F5344CB8AC3E}">
        <p14:creationId xmlns:p14="http://schemas.microsoft.com/office/powerpoint/2010/main" val="151541673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V_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E0CE-0102-6937-EF04-7711958857C9}"/>
              </a:ext>
            </a:extLst>
          </p:cNvPr>
          <p:cNvSpPr>
            <a:spLocks noGrp="1"/>
          </p:cNvSpPr>
          <p:nvPr>
            <p:ph type="title" hasCustomPrompt="1"/>
          </p:nvPr>
        </p:nvSpPr>
        <p:spPr/>
        <p:txBody>
          <a:bodyPr/>
          <a:lstStyle/>
          <a:p>
            <a:r>
              <a:rPr lang="en-US"/>
              <a:t>Main-title, click to edit Master title style</a:t>
            </a:r>
          </a:p>
        </p:txBody>
      </p:sp>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12" name="Text Placeholder 11">
            <a:extLst>
              <a:ext uri="{FF2B5EF4-FFF2-40B4-BE49-F238E27FC236}">
                <a16:creationId xmlns:a16="http://schemas.microsoft.com/office/drawing/2014/main" id="{C83E0575-A4ED-70EC-2D88-3D62E6F73BFC}"/>
              </a:ext>
            </a:extLst>
          </p:cNvPr>
          <p:cNvSpPr>
            <a:spLocks noGrp="1"/>
          </p:cNvSpPr>
          <p:nvPr>
            <p:ph type="body" sz="quarter" idx="26" hasCustomPrompt="1"/>
          </p:nvPr>
        </p:nvSpPr>
        <p:spPr>
          <a:xfrm>
            <a:off x="2817494" y="2095500"/>
            <a:ext cx="3159443" cy="3836988"/>
          </a:xfrm>
        </p:spPr>
        <p:txBody>
          <a:bodyPr numCol="1" spcCol="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15" name="Text Placeholder 11">
            <a:extLst>
              <a:ext uri="{FF2B5EF4-FFF2-40B4-BE49-F238E27FC236}">
                <a16:creationId xmlns:a16="http://schemas.microsoft.com/office/drawing/2014/main" id="{A2C4840C-A23D-6605-C36E-92E5C86A5C00}"/>
              </a:ext>
            </a:extLst>
          </p:cNvPr>
          <p:cNvSpPr>
            <a:spLocks noGrp="1"/>
          </p:cNvSpPr>
          <p:nvPr>
            <p:ph type="body" sz="quarter" idx="29" hasCustomPrompt="1"/>
          </p:nvPr>
        </p:nvSpPr>
        <p:spPr>
          <a:xfrm>
            <a:off x="8621078" y="2095500"/>
            <a:ext cx="3132374" cy="3836988"/>
          </a:xfrm>
        </p:spPr>
        <p:txBody>
          <a:bodyPr numCol="1" spcCol="0"/>
          <a:lstStyle>
            <a:lvl1pPr>
              <a:spcBef>
                <a:spcPts val="1400"/>
              </a:spcBef>
              <a:defRPr sz="1100" b="0">
                <a:solidFill>
                  <a:schemeClr val="tx1"/>
                </a:solidFill>
                <a:latin typeface="Sora-SIA SemiBold" pitchFamily="2" charset="0"/>
                <a:cs typeface="Sora-SIA SemiBold" pitchFamily="2" charset="0"/>
              </a:defRPr>
            </a:lvl1pPr>
            <a:lvl2pPr>
              <a:spcBef>
                <a:spcPts val="0"/>
              </a:spcBef>
              <a:spcAft>
                <a:spcPts val="400"/>
              </a:spcAft>
              <a:defRPr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Sub-heading, Click to edit Master text styles</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a:t>
            </a:r>
            <a:endParaRPr lang="en-US" dirty="0"/>
          </a:p>
        </p:txBody>
      </p:sp>
      <p:sp>
        <p:nvSpPr>
          <p:cNvPr id="9" name="Picture Placeholder 7">
            <a:extLst>
              <a:ext uri="{FF2B5EF4-FFF2-40B4-BE49-F238E27FC236}">
                <a16:creationId xmlns:a16="http://schemas.microsoft.com/office/drawing/2014/main" id="{DEC0793E-73F3-F56C-FF1B-3D38836743C8}"/>
              </a:ext>
            </a:extLst>
          </p:cNvPr>
          <p:cNvSpPr>
            <a:spLocks noGrp="1"/>
          </p:cNvSpPr>
          <p:nvPr>
            <p:ph type="pic" sz="quarter" idx="27"/>
          </p:nvPr>
        </p:nvSpPr>
        <p:spPr>
          <a:xfrm>
            <a:off x="42862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0" name="Text Placeholder 8">
            <a:extLst>
              <a:ext uri="{FF2B5EF4-FFF2-40B4-BE49-F238E27FC236}">
                <a16:creationId xmlns:a16="http://schemas.microsoft.com/office/drawing/2014/main" id="{D1191502-C042-3C1A-09E2-AF12895C6029}"/>
              </a:ext>
            </a:extLst>
          </p:cNvPr>
          <p:cNvSpPr>
            <a:spLocks noGrp="1"/>
          </p:cNvSpPr>
          <p:nvPr>
            <p:ph type="body" sz="quarter" idx="28" hasCustomPrompt="1"/>
          </p:nvPr>
        </p:nvSpPr>
        <p:spPr>
          <a:xfrm>
            <a:off x="430395" y="4071533"/>
            <a:ext cx="2127012" cy="150059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0">
                <a:solidFill>
                  <a:schemeClr val="tx1"/>
                </a:solidFill>
                <a:latin typeface="Sora-SIA SemiBold" pitchFamily="2" charset="0"/>
                <a:cs typeface="Sora-SIA SemiBold" pitchFamily="2" charset="0"/>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14" name="Picture Placeholder 7">
            <a:extLst>
              <a:ext uri="{FF2B5EF4-FFF2-40B4-BE49-F238E27FC236}">
                <a16:creationId xmlns:a16="http://schemas.microsoft.com/office/drawing/2014/main" id="{337F67B0-8EA3-D7CB-6FDC-BCA79A84FA3C}"/>
              </a:ext>
            </a:extLst>
          </p:cNvPr>
          <p:cNvSpPr>
            <a:spLocks noGrp="1"/>
          </p:cNvSpPr>
          <p:nvPr>
            <p:ph type="pic" sz="quarter" idx="33"/>
          </p:nvPr>
        </p:nvSpPr>
        <p:spPr>
          <a:xfrm>
            <a:off x="6213475" y="2095501"/>
            <a:ext cx="2130552" cy="1976033"/>
          </a:xfrm>
          <a:custGeom>
            <a:avLst/>
            <a:gdLst>
              <a:gd name="connsiteX0" fmla="*/ 153637 w 2096865"/>
              <a:gd name="connsiteY0" fmla="*/ 0 h 1976033"/>
              <a:gd name="connsiteX1" fmla="*/ 1943228 w 2096865"/>
              <a:gd name="connsiteY1" fmla="*/ 0 h 1976033"/>
              <a:gd name="connsiteX2" fmla="*/ 2096865 w 2096865"/>
              <a:gd name="connsiteY2" fmla="*/ 153637 h 1976033"/>
              <a:gd name="connsiteX3" fmla="*/ 2096865 w 2096865"/>
              <a:gd name="connsiteY3" fmla="*/ 1976033 h 1976033"/>
              <a:gd name="connsiteX4" fmla="*/ 0 w 2096865"/>
              <a:gd name="connsiteY4" fmla="*/ 1976033 h 1976033"/>
              <a:gd name="connsiteX5" fmla="*/ 0 w 2096865"/>
              <a:gd name="connsiteY5" fmla="*/ 153637 h 1976033"/>
              <a:gd name="connsiteX6" fmla="*/ 153637 w 2096865"/>
              <a:gd name="connsiteY6" fmla="*/ 0 h 197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6865" h="1976033">
                <a:moveTo>
                  <a:pt x="153637" y="0"/>
                </a:moveTo>
                <a:lnTo>
                  <a:pt x="1943228" y="0"/>
                </a:lnTo>
                <a:cubicBezTo>
                  <a:pt x="2028079" y="0"/>
                  <a:pt x="2096865" y="68786"/>
                  <a:pt x="2096865" y="153637"/>
                </a:cubicBezTo>
                <a:lnTo>
                  <a:pt x="2096865" y="1976033"/>
                </a:lnTo>
                <a:lnTo>
                  <a:pt x="0" y="1976033"/>
                </a:lnTo>
                <a:lnTo>
                  <a:pt x="0" y="153637"/>
                </a:lnTo>
                <a:cubicBezTo>
                  <a:pt x="0" y="68786"/>
                  <a:pt x="68786" y="0"/>
                  <a:pt x="153637" y="0"/>
                </a:cubicBezTo>
                <a:close/>
              </a:path>
            </a:pathLst>
          </a:custGeom>
          <a:solidFill>
            <a:schemeClr val="bg2"/>
          </a:solidFill>
          <a:ln w="15875">
            <a:solidFill>
              <a:schemeClr val="bg1"/>
            </a:solidFill>
          </a:ln>
        </p:spPr>
        <p:txBody>
          <a:bodyPr wrap="square" anchor="ctr" anchorCtr="0">
            <a:noAutofit/>
          </a:bodyPr>
          <a:lstStyle>
            <a:lvl1pPr algn="ctr">
              <a:defRPr sz="1000">
                <a:solidFill>
                  <a:schemeClr val="tx1"/>
                </a:solidFill>
              </a:defRPr>
            </a:lvl1pPr>
          </a:lstStyle>
          <a:p>
            <a:endParaRPr lang="en-US"/>
          </a:p>
        </p:txBody>
      </p:sp>
      <p:sp>
        <p:nvSpPr>
          <p:cNvPr id="16" name="Text Placeholder 8">
            <a:extLst>
              <a:ext uri="{FF2B5EF4-FFF2-40B4-BE49-F238E27FC236}">
                <a16:creationId xmlns:a16="http://schemas.microsoft.com/office/drawing/2014/main" id="{AB2BB312-A345-775A-34D6-648CCC46678D}"/>
              </a:ext>
            </a:extLst>
          </p:cNvPr>
          <p:cNvSpPr>
            <a:spLocks noGrp="1"/>
          </p:cNvSpPr>
          <p:nvPr>
            <p:ph type="body" sz="quarter" idx="34" hasCustomPrompt="1"/>
          </p:nvPr>
        </p:nvSpPr>
        <p:spPr>
          <a:xfrm>
            <a:off x="6215245" y="4071533"/>
            <a:ext cx="2127012" cy="1500592"/>
          </a:xfrm>
          <a:custGeom>
            <a:avLst/>
            <a:gdLst>
              <a:gd name="connsiteX0" fmla="*/ 0 w 2127012"/>
              <a:gd name="connsiteY0" fmla="*/ 0 h 968735"/>
              <a:gd name="connsiteX1" fmla="*/ 2127012 w 2127012"/>
              <a:gd name="connsiteY1" fmla="*/ 0 h 968735"/>
              <a:gd name="connsiteX2" fmla="*/ 2127012 w 2127012"/>
              <a:gd name="connsiteY2" fmla="*/ 809805 h 968735"/>
              <a:gd name="connsiteX3" fmla="*/ 1968082 w 2127012"/>
              <a:gd name="connsiteY3" fmla="*/ 968735 h 968735"/>
              <a:gd name="connsiteX4" fmla="*/ 158930 w 2127012"/>
              <a:gd name="connsiteY4" fmla="*/ 968735 h 968735"/>
              <a:gd name="connsiteX5" fmla="*/ 0 w 2127012"/>
              <a:gd name="connsiteY5" fmla="*/ 809805 h 96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7012" h="968735">
                <a:moveTo>
                  <a:pt x="0" y="0"/>
                </a:moveTo>
                <a:lnTo>
                  <a:pt x="2127012" y="0"/>
                </a:lnTo>
                <a:lnTo>
                  <a:pt x="2127012" y="809805"/>
                </a:lnTo>
                <a:cubicBezTo>
                  <a:pt x="2127012" y="897580"/>
                  <a:pt x="2055857" y="968735"/>
                  <a:pt x="1968082" y="968735"/>
                </a:cubicBezTo>
                <a:lnTo>
                  <a:pt x="158930" y="968735"/>
                </a:lnTo>
                <a:cubicBezTo>
                  <a:pt x="71155" y="968735"/>
                  <a:pt x="0" y="897580"/>
                  <a:pt x="0" y="809805"/>
                </a:cubicBezTo>
                <a:close/>
              </a:path>
            </a:pathLst>
          </a:custGeom>
          <a:solidFill>
            <a:schemeClr val="bg1">
              <a:alpha val="65000"/>
            </a:schemeClr>
          </a:solidFill>
          <a:ln w="15875">
            <a:solidFill>
              <a:schemeClr val="bg1"/>
            </a:solidFill>
          </a:ln>
        </p:spPr>
        <p:txBody>
          <a:bodyPr wrap="square" lIns="137160" tIns="164592" rIns="91440">
            <a:noAutofit/>
          </a:bodyPr>
          <a:lstStyle>
            <a:lvl1pPr>
              <a:lnSpc>
                <a:spcPct val="110000"/>
              </a:lnSpc>
              <a:spcAft>
                <a:spcPts val="0"/>
              </a:spcAft>
              <a:defRPr sz="1000" b="1">
                <a:solidFill>
                  <a:schemeClr val="tx1"/>
                </a:solidFill>
              </a:defRPr>
            </a:lvl1pPr>
            <a:lvl2pPr marL="0" indent="0">
              <a:lnSpc>
                <a:spcPct val="110000"/>
              </a:lnSpc>
              <a:spcBef>
                <a:spcPts val="0"/>
              </a:spcBef>
              <a:spcAft>
                <a:spcPts val="0"/>
              </a:spcAft>
              <a:buFontTx/>
              <a:buNone/>
              <a:defRPr sz="900" b="0">
                <a:solidFill>
                  <a:schemeClr val="tx1"/>
                </a:solidFill>
                <a:latin typeface="+mn-lt"/>
              </a:defRPr>
            </a:lvl2pPr>
          </a:lstStyle>
          <a:p>
            <a:pPr lvl="0"/>
            <a:r>
              <a:rPr lang="en-US" dirty="0"/>
              <a:t>Name</a:t>
            </a:r>
          </a:p>
          <a:p>
            <a:pPr lvl="1"/>
            <a:r>
              <a:rPr lang="en-US" dirty="0"/>
              <a:t>Title </a:t>
            </a:r>
            <a:r>
              <a:rPr lang="en-US" spc="-100" dirty="0">
                <a:sym typeface="Wingdings 3" panose="05040102010807070707" pitchFamily="18" charset="2"/>
              </a:rPr>
              <a:t></a:t>
            </a:r>
            <a:endParaRPr lang="en-US" dirty="0"/>
          </a:p>
        </p:txBody>
      </p:sp>
      <p:sp>
        <p:nvSpPr>
          <p:cNvPr id="7" name="Text Placeholder 2">
            <a:extLst>
              <a:ext uri="{FF2B5EF4-FFF2-40B4-BE49-F238E27FC236}">
                <a16:creationId xmlns:a16="http://schemas.microsoft.com/office/drawing/2014/main" id="{2DEEDEBA-82EB-8823-01E4-DE740B9A540B}"/>
              </a:ext>
            </a:extLst>
          </p:cNvPr>
          <p:cNvSpPr>
            <a:spLocks noGrp="1"/>
          </p:cNvSpPr>
          <p:nvPr>
            <p:ph type="body" sz="quarter" idx="31" hasCustomPrompt="1"/>
          </p:nvPr>
        </p:nvSpPr>
        <p:spPr>
          <a:xfrm>
            <a:off x="551225" y="5130535"/>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8" name="Text Placeholder 2">
            <a:extLst>
              <a:ext uri="{FF2B5EF4-FFF2-40B4-BE49-F238E27FC236}">
                <a16:creationId xmlns:a16="http://schemas.microsoft.com/office/drawing/2014/main" id="{EA21A64A-E1B2-EACF-3CD3-B2C4FFEA66F6}"/>
              </a:ext>
            </a:extLst>
          </p:cNvPr>
          <p:cNvSpPr>
            <a:spLocks noGrp="1"/>
          </p:cNvSpPr>
          <p:nvPr>
            <p:ph type="body" sz="quarter" idx="36" hasCustomPrompt="1"/>
          </p:nvPr>
        </p:nvSpPr>
        <p:spPr>
          <a:xfrm>
            <a:off x="551225" y="4969807"/>
            <a:ext cx="1849112" cy="142289"/>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phone</a:t>
            </a:r>
          </a:p>
        </p:txBody>
      </p:sp>
      <p:sp>
        <p:nvSpPr>
          <p:cNvPr id="23" name="Text Placeholder 2">
            <a:extLst>
              <a:ext uri="{FF2B5EF4-FFF2-40B4-BE49-F238E27FC236}">
                <a16:creationId xmlns:a16="http://schemas.microsoft.com/office/drawing/2014/main" id="{76F6B9DC-9D10-F696-3B99-5E4EBF694028}"/>
              </a:ext>
            </a:extLst>
          </p:cNvPr>
          <p:cNvSpPr>
            <a:spLocks noGrp="1"/>
          </p:cNvSpPr>
          <p:nvPr>
            <p:ph type="body" sz="quarter" idx="37" hasCustomPrompt="1"/>
          </p:nvPr>
        </p:nvSpPr>
        <p:spPr>
          <a:xfrm>
            <a:off x="6346789" y="5124697"/>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4"/>
                    </a:ext>
                  </a:extLst>
                </a:blip>
              </a:buBlip>
              <a:defRPr sz="900" b="0"/>
            </a:lvl1pPr>
          </a:lstStyle>
          <a:p>
            <a:pPr lvl="0"/>
            <a:r>
              <a:rPr lang="en-US" dirty="0"/>
              <a:t>email</a:t>
            </a:r>
          </a:p>
        </p:txBody>
      </p:sp>
      <p:sp>
        <p:nvSpPr>
          <p:cNvPr id="24" name="Text Placeholder 2">
            <a:extLst>
              <a:ext uri="{FF2B5EF4-FFF2-40B4-BE49-F238E27FC236}">
                <a16:creationId xmlns:a16="http://schemas.microsoft.com/office/drawing/2014/main" id="{E7979788-DA7B-E5DF-5EE8-D5E98F011612}"/>
              </a:ext>
            </a:extLst>
          </p:cNvPr>
          <p:cNvSpPr>
            <a:spLocks noGrp="1"/>
          </p:cNvSpPr>
          <p:nvPr>
            <p:ph type="body" sz="quarter" idx="38" hasCustomPrompt="1"/>
          </p:nvPr>
        </p:nvSpPr>
        <p:spPr>
          <a:xfrm>
            <a:off x="6346789" y="4970392"/>
            <a:ext cx="1849112" cy="156518"/>
          </a:xfrm>
        </p:spPr>
        <p:txBody>
          <a:bodyPr wrap="square" anchor="t" anchorCtr="0">
            <a:spAutoFit/>
          </a:bodyPr>
          <a:lstStyle>
            <a:lvl1pPr marL="190510" indent="-190510">
              <a:buSzPct val="100000"/>
              <a:buFontTx/>
              <a:buBlip>
                <a:blip>
                  <a:extLst>
                    <a:ext uri="{96DAC541-7B7A-43D3-8B79-37D633B846F1}">
                      <asvg:svgBlip xmlns:asvg="http://schemas.microsoft.com/office/drawing/2016/SVG/main" r:embed="rId5"/>
                    </a:ext>
                  </a:extLst>
                </a:blip>
              </a:buBlip>
              <a:defRPr sz="900" b="0"/>
            </a:lvl1pPr>
          </a:lstStyle>
          <a:p>
            <a:pPr lvl="0"/>
            <a:r>
              <a:rPr lang="en-US" dirty="0"/>
              <a:t>phone</a:t>
            </a:r>
          </a:p>
        </p:txBody>
      </p:sp>
    </p:spTree>
    <p:extLst>
      <p:ext uri="{BB962C8B-B14F-4D97-AF65-F5344CB8AC3E}">
        <p14:creationId xmlns:p14="http://schemas.microsoft.com/office/powerpoint/2010/main" val="145855446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V_Detaile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Picture Placeholder 11">
            <a:extLst>
              <a:ext uri="{FF2B5EF4-FFF2-40B4-BE49-F238E27FC236}">
                <a16:creationId xmlns:a16="http://schemas.microsoft.com/office/drawing/2014/main" id="{582709DA-23C7-4FCA-AE39-B324823FFB31}"/>
              </a:ext>
            </a:extLst>
          </p:cNvPr>
          <p:cNvSpPr>
            <a:spLocks noGrp="1"/>
          </p:cNvSpPr>
          <p:nvPr>
            <p:ph type="pic" sz="quarter" idx="54"/>
          </p:nvPr>
        </p:nvSpPr>
        <p:spPr>
          <a:xfrm>
            <a:off x="401585" y="801376"/>
            <a:ext cx="1123859" cy="1041870"/>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0" name="Picture Placeholder 28">
            <a:extLst>
              <a:ext uri="{FF2B5EF4-FFF2-40B4-BE49-F238E27FC236}">
                <a16:creationId xmlns:a16="http://schemas.microsoft.com/office/drawing/2014/main" id="{80CD643C-692C-BE1F-D9F6-98BB53739B72}"/>
              </a:ext>
            </a:extLst>
          </p:cNvPr>
          <p:cNvSpPr>
            <a:spLocks noGrp="1"/>
          </p:cNvSpPr>
          <p:nvPr>
            <p:ph type="pic" sz="quarter" idx="43"/>
          </p:nvPr>
        </p:nvSpPr>
        <p:spPr>
          <a:xfrm>
            <a:off x="406401" y="802597"/>
            <a:ext cx="1125337" cy="1033630"/>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3" name="Text Placeholder 14">
            <a:extLst>
              <a:ext uri="{FF2B5EF4-FFF2-40B4-BE49-F238E27FC236}">
                <a16:creationId xmlns:a16="http://schemas.microsoft.com/office/drawing/2014/main" id="{5FE638C3-E37D-55BF-E5BA-4E0D896A7DCA}"/>
              </a:ext>
            </a:extLst>
          </p:cNvPr>
          <p:cNvSpPr>
            <a:spLocks noGrp="1"/>
          </p:cNvSpPr>
          <p:nvPr>
            <p:ph type="body" sz="quarter" idx="21" hasCustomPrompt="1"/>
          </p:nvPr>
        </p:nvSpPr>
        <p:spPr>
          <a:xfrm>
            <a:off x="548321" y="2115849"/>
            <a:ext cx="3379557" cy="4145344"/>
          </a:xfrm>
        </p:spPr>
        <p:txBody>
          <a:bodyPr/>
          <a:lstStyle>
            <a:lvl1pPr>
              <a:lnSpc>
                <a:spcPct val="120000"/>
              </a:lnSpc>
              <a:spcBef>
                <a:spcPts val="800"/>
              </a:spcBef>
              <a:spcAft>
                <a:spcPts val="2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17" name="Text Placeholder 14">
            <a:extLst>
              <a:ext uri="{FF2B5EF4-FFF2-40B4-BE49-F238E27FC236}">
                <a16:creationId xmlns:a16="http://schemas.microsoft.com/office/drawing/2014/main" id="{589EBE6E-EA16-0515-B2E0-9FF0D17F29B6}"/>
              </a:ext>
            </a:extLst>
          </p:cNvPr>
          <p:cNvSpPr>
            <a:spLocks noGrp="1"/>
          </p:cNvSpPr>
          <p:nvPr>
            <p:ph type="body" sz="quarter" idx="56" hasCustomPrompt="1"/>
          </p:nvPr>
        </p:nvSpPr>
        <p:spPr>
          <a:xfrm>
            <a:off x="4286250" y="795578"/>
            <a:ext cx="7476066" cy="1134341"/>
          </a:xfrm>
        </p:spPr>
        <p:txBody>
          <a:bodyPr/>
          <a:lstStyle>
            <a:lvl1pPr>
              <a:lnSpc>
                <a:spcPct val="120000"/>
              </a:lnSpc>
              <a:spcBef>
                <a:spcPts val="0"/>
              </a:spcBef>
              <a:spcAft>
                <a:spcPts val="400"/>
              </a:spcAft>
              <a:defRPr sz="800">
                <a:solidFill>
                  <a:schemeClr val="tx1"/>
                </a:solidFill>
                <a:latin typeface="+mn-lt"/>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0" name="Text Placeholder 14">
            <a:extLst>
              <a:ext uri="{FF2B5EF4-FFF2-40B4-BE49-F238E27FC236}">
                <a16:creationId xmlns:a16="http://schemas.microsoft.com/office/drawing/2014/main" id="{CD2F7034-1388-DC4E-61AB-B734ABD9716C}"/>
              </a:ext>
            </a:extLst>
          </p:cNvPr>
          <p:cNvSpPr>
            <a:spLocks noGrp="1"/>
          </p:cNvSpPr>
          <p:nvPr>
            <p:ph type="body" sz="quarter" idx="57" hasCustomPrompt="1"/>
          </p:nvPr>
        </p:nvSpPr>
        <p:spPr>
          <a:xfrm>
            <a:off x="4260814" y="2014499"/>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1" name="Text Placeholder 14">
            <a:extLst>
              <a:ext uri="{FF2B5EF4-FFF2-40B4-BE49-F238E27FC236}">
                <a16:creationId xmlns:a16="http://schemas.microsoft.com/office/drawing/2014/main" id="{981BB848-8C84-07F2-8842-9F8CDE160E73}"/>
              </a:ext>
            </a:extLst>
          </p:cNvPr>
          <p:cNvSpPr>
            <a:spLocks noGrp="1"/>
          </p:cNvSpPr>
          <p:nvPr>
            <p:ph type="body" sz="quarter" idx="58" hasCustomPrompt="1"/>
          </p:nvPr>
        </p:nvSpPr>
        <p:spPr>
          <a:xfrm>
            <a:off x="6852336" y="2019301"/>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2" name="Text Placeholder 14">
            <a:extLst>
              <a:ext uri="{FF2B5EF4-FFF2-40B4-BE49-F238E27FC236}">
                <a16:creationId xmlns:a16="http://schemas.microsoft.com/office/drawing/2014/main" id="{0AEDF8CF-3629-7E28-A478-4C41BA50E560}"/>
              </a:ext>
            </a:extLst>
          </p:cNvPr>
          <p:cNvSpPr>
            <a:spLocks noGrp="1"/>
          </p:cNvSpPr>
          <p:nvPr>
            <p:ph type="body" sz="quarter" idx="59" hasCustomPrompt="1"/>
          </p:nvPr>
        </p:nvSpPr>
        <p:spPr>
          <a:xfrm>
            <a:off x="9435799" y="2009917"/>
            <a:ext cx="2207881" cy="4467083"/>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4" name="Rectangle: Top Corners Rounded 23">
            <a:extLst>
              <a:ext uri="{FF2B5EF4-FFF2-40B4-BE49-F238E27FC236}">
                <a16:creationId xmlns:a16="http://schemas.microsoft.com/office/drawing/2014/main" id="{B7DDA3E1-EC42-BCEA-809D-E346D1CA778C}"/>
              </a:ext>
            </a:extLst>
          </p:cNvPr>
          <p:cNvSpPr/>
          <p:nvPr userDrawn="1"/>
        </p:nvSpPr>
        <p:spPr>
          <a:xfrm rot="5400000">
            <a:off x="2279912" y="75032"/>
            <a:ext cx="1041869" cy="2494559"/>
          </a:xfrm>
          <a:prstGeom prst="round2SameRect">
            <a:avLst>
              <a:gd name="adj1" fmla="val 14171"/>
              <a:gd name="adj2" fmla="val 0"/>
            </a:avLst>
          </a:prstGeom>
          <a:solidFill>
            <a:schemeClr val="bg1">
              <a:alpha val="65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6" name="Text Placeholder 25">
            <a:extLst>
              <a:ext uri="{FF2B5EF4-FFF2-40B4-BE49-F238E27FC236}">
                <a16:creationId xmlns:a16="http://schemas.microsoft.com/office/drawing/2014/main" id="{53F6794E-795E-DD0F-6B03-44497FAAD9DE}"/>
              </a:ext>
            </a:extLst>
          </p:cNvPr>
          <p:cNvSpPr>
            <a:spLocks noGrp="1"/>
          </p:cNvSpPr>
          <p:nvPr>
            <p:ph type="body" sz="quarter" idx="60"/>
          </p:nvPr>
        </p:nvSpPr>
        <p:spPr>
          <a:xfrm>
            <a:off x="1646767" y="976516"/>
            <a:ext cx="2339975" cy="855507"/>
          </a:xfrm>
        </p:spPr>
        <p:txBody>
          <a:bodyPr/>
          <a:lstStyle>
            <a:lvl1pPr>
              <a:lnSpc>
                <a:spcPct val="100000"/>
              </a:lnSpc>
              <a:spcAft>
                <a:spcPts val="300"/>
              </a:spcAft>
              <a:defRPr>
                <a:solidFill>
                  <a:schemeClr val="tx1"/>
                </a:solidFill>
                <a:latin typeface="Sora-SIA SemiBold" pitchFamily="2" charset="0"/>
                <a:cs typeface="Sora-SIA SemiBold" pitchFamily="2" charset="0"/>
              </a:defRPr>
            </a:lvl1pPr>
            <a:lvl2pPr>
              <a:lnSpc>
                <a:spcPct val="110000"/>
              </a:lnSpc>
              <a:spcBef>
                <a:spcPts val="0"/>
              </a:spcBef>
              <a:defRPr sz="933">
                <a:solidFill>
                  <a:schemeClr val="accent4"/>
                </a:solidFill>
              </a:defRPr>
            </a:lvl2pPr>
            <a:lvl3pPr>
              <a:lnSpc>
                <a:spcPct val="110000"/>
              </a:lnSpc>
              <a:spcAft>
                <a:spcPts val="0"/>
              </a:spcAft>
              <a:defRPr sz="933">
                <a:solidFill>
                  <a:schemeClr val="accent4"/>
                </a:solidFill>
              </a:defRPr>
            </a:lvl3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224455727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V_Detailed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939A13-C3E2-DDD5-3266-9807C991D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6FB29D-25B0-2A79-EFC5-4284AFD9B325}"/>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Picture Placeholder 11">
            <a:extLst>
              <a:ext uri="{FF2B5EF4-FFF2-40B4-BE49-F238E27FC236}">
                <a16:creationId xmlns:a16="http://schemas.microsoft.com/office/drawing/2014/main" id="{582709DA-23C7-4FCA-AE39-B324823FFB31}"/>
              </a:ext>
            </a:extLst>
          </p:cNvPr>
          <p:cNvSpPr>
            <a:spLocks noGrp="1"/>
          </p:cNvSpPr>
          <p:nvPr>
            <p:ph type="pic" sz="quarter" idx="54"/>
          </p:nvPr>
        </p:nvSpPr>
        <p:spPr>
          <a:xfrm>
            <a:off x="401585" y="801376"/>
            <a:ext cx="1123859" cy="1041870"/>
          </a:xfrm>
          <a:custGeom>
            <a:avLst/>
            <a:gdLst>
              <a:gd name="connsiteX0" fmla="*/ 137917 w 860932"/>
              <a:gd name="connsiteY0" fmla="*/ 0 h 827483"/>
              <a:gd name="connsiteX1" fmla="*/ 860932 w 860932"/>
              <a:gd name="connsiteY1" fmla="*/ 0 h 827483"/>
              <a:gd name="connsiteX2" fmla="*/ 860932 w 860932"/>
              <a:gd name="connsiteY2" fmla="*/ 827483 h 827483"/>
              <a:gd name="connsiteX3" fmla="*/ 137917 w 860932"/>
              <a:gd name="connsiteY3" fmla="*/ 827483 h 827483"/>
              <a:gd name="connsiteX4" fmla="*/ 0 w 860932"/>
              <a:gd name="connsiteY4" fmla="*/ 689566 h 827483"/>
              <a:gd name="connsiteX5" fmla="*/ 0 w 860932"/>
              <a:gd name="connsiteY5" fmla="*/ 137917 h 827483"/>
              <a:gd name="connsiteX6" fmla="*/ 137917 w 860932"/>
              <a:gd name="connsiteY6" fmla="*/ 0 h 82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932" h="827483">
                <a:moveTo>
                  <a:pt x="137917" y="0"/>
                </a:moveTo>
                <a:lnTo>
                  <a:pt x="860932" y="0"/>
                </a:lnTo>
                <a:lnTo>
                  <a:pt x="860932" y="827483"/>
                </a:lnTo>
                <a:lnTo>
                  <a:pt x="137917" y="827483"/>
                </a:lnTo>
                <a:cubicBezTo>
                  <a:pt x="61748" y="827483"/>
                  <a:pt x="0" y="765735"/>
                  <a:pt x="0" y="689566"/>
                </a:cubicBezTo>
                <a:lnTo>
                  <a:pt x="0" y="137917"/>
                </a:lnTo>
                <a:cubicBezTo>
                  <a:pt x="0" y="61748"/>
                  <a:pt x="61748" y="0"/>
                  <a:pt x="137917" y="0"/>
                </a:cubicBezTo>
                <a:close/>
              </a:path>
            </a:pathLst>
          </a:custGeom>
          <a:solidFill>
            <a:schemeClr val="bg2"/>
          </a:solidFill>
          <a:ln w="15875">
            <a:solidFill>
              <a:schemeClr val="bg1"/>
            </a:solidFill>
          </a:ln>
        </p:spPr>
        <p:txBody>
          <a:bodyPr wrap="square" anchor="ctr" anchorCtr="0">
            <a:noAutofit/>
          </a:bodyPr>
          <a:lstStyle>
            <a:lvl1pPr algn="ctr">
              <a:defRPr sz="1000"/>
            </a:lvl1pPr>
          </a:lstStyle>
          <a:p>
            <a:endParaRPr lang="en-US"/>
          </a:p>
        </p:txBody>
      </p:sp>
      <p:sp>
        <p:nvSpPr>
          <p:cNvPr id="10" name="Picture Placeholder 28">
            <a:extLst>
              <a:ext uri="{FF2B5EF4-FFF2-40B4-BE49-F238E27FC236}">
                <a16:creationId xmlns:a16="http://schemas.microsoft.com/office/drawing/2014/main" id="{80CD643C-692C-BE1F-D9F6-98BB53739B72}"/>
              </a:ext>
            </a:extLst>
          </p:cNvPr>
          <p:cNvSpPr>
            <a:spLocks noGrp="1"/>
          </p:cNvSpPr>
          <p:nvPr>
            <p:ph type="pic" sz="quarter" idx="43"/>
          </p:nvPr>
        </p:nvSpPr>
        <p:spPr>
          <a:xfrm>
            <a:off x="406401" y="802597"/>
            <a:ext cx="1125337" cy="1033630"/>
          </a:xfrm>
          <a:custGeom>
            <a:avLst/>
            <a:gdLst>
              <a:gd name="connsiteX0" fmla="*/ 150484 w 1115052"/>
              <a:gd name="connsiteY0" fmla="*/ 0 h 1208704"/>
              <a:gd name="connsiteX1" fmla="*/ 1115052 w 1115052"/>
              <a:gd name="connsiteY1" fmla="*/ 0 h 1208704"/>
              <a:gd name="connsiteX2" fmla="*/ 1115052 w 1115052"/>
              <a:gd name="connsiteY2" fmla="*/ 1208704 h 1208704"/>
              <a:gd name="connsiteX3" fmla="*/ 150484 w 1115052"/>
              <a:gd name="connsiteY3" fmla="*/ 1208704 h 1208704"/>
              <a:gd name="connsiteX4" fmla="*/ 0 w 1115052"/>
              <a:gd name="connsiteY4" fmla="*/ 1058220 h 1208704"/>
              <a:gd name="connsiteX5" fmla="*/ 0 w 1115052"/>
              <a:gd name="connsiteY5" fmla="*/ 150484 h 1208704"/>
              <a:gd name="connsiteX6" fmla="*/ 150484 w 1115052"/>
              <a:gd name="connsiteY6" fmla="*/ 0 h 12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052" h="1208704">
                <a:moveTo>
                  <a:pt x="150484" y="0"/>
                </a:moveTo>
                <a:lnTo>
                  <a:pt x="1115052" y="0"/>
                </a:lnTo>
                <a:lnTo>
                  <a:pt x="1115052" y="1208704"/>
                </a:lnTo>
                <a:lnTo>
                  <a:pt x="150484" y="1208704"/>
                </a:lnTo>
                <a:cubicBezTo>
                  <a:pt x="67374" y="1208704"/>
                  <a:pt x="0" y="1141330"/>
                  <a:pt x="0" y="1058220"/>
                </a:cubicBezTo>
                <a:lnTo>
                  <a:pt x="0" y="150484"/>
                </a:lnTo>
                <a:cubicBezTo>
                  <a:pt x="0" y="67374"/>
                  <a:pt x="67374" y="0"/>
                  <a:pt x="150484" y="0"/>
                </a:cubicBezTo>
                <a:close/>
              </a:path>
            </a:pathLst>
          </a:custGeom>
          <a:solidFill>
            <a:schemeClr val="bg2"/>
          </a:solidFill>
          <a:ln w="15875">
            <a:solidFill>
              <a:schemeClr val="bg1"/>
            </a:solidFill>
          </a:ln>
        </p:spPr>
        <p:txBody>
          <a:bodyPr wrap="square" anchor="ctr" anchorCtr="0">
            <a:noAutofit/>
          </a:bodyPr>
          <a:lstStyle>
            <a:lvl1pPr algn="ctr">
              <a:defRPr sz="1000" b="1"/>
            </a:lvl1pPr>
          </a:lstStyle>
          <a:p>
            <a:endParaRPr lang="en-US"/>
          </a:p>
        </p:txBody>
      </p:sp>
      <p:sp>
        <p:nvSpPr>
          <p:cNvPr id="13" name="Text Placeholder 14">
            <a:extLst>
              <a:ext uri="{FF2B5EF4-FFF2-40B4-BE49-F238E27FC236}">
                <a16:creationId xmlns:a16="http://schemas.microsoft.com/office/drawing/2014/main" id="{5FE638C3-E37D-55BF-E5BA-4E0D896A7DCA}"/>
              </a:ext>
            </a:extLst>
          </p:cNvPr>
          <p:cNvSpPr>
            <a:spLocks noGrp="1"/>
          </p:cNvSpPr>
          <p:nvPr>
            <p:ph type="body" sz="quarter" idx="21" hasCustomPrompt="1"/>
          </p:nvPr>
        </p:nvSpPr>
        <p:spPr>
          <a:xfrm>
            <a:off x="548321" y="2115849"/>
            <a:ext cx="3379557" cy="4145344"/>
          </a:xfrm>
        </p:spPr>
        <p:txBody>
          <a:bodyPr/>
          <a:lstStyle>
            <a:lvl1pPr>
              <a:lnSpc>
                <a:spcPct val="120000"/>
              </a:lnSpc>
              <a:spcBef>
                <a:spcPts val="800"/>
              </a:spcBef>
              <a:spcAft>
                <a:spcPts val="2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0" name="Text Placeholder 14">
            <a:extLst>
              <a:ext uri="{FF2B5EF4-FFF2-40B4-BE49-F238E27FC236}">
                <a16:creationId xmlns:a16="http://schemas.microsoft.com/office/drawing/2014/main" id="{CD2F7034-1388-DC4E-61AB-B734ABD9716C}"/>
              </a:ext>
            </a:extLst>
          </p:cNvPr>
          <p:cNvSpPr>
            <a:spLocks noGrp="1"/>
          </p:cNvSpPr>
          <p:nvPr>
            <p:ph type="body" sz="quarter" idx="57" hasCustomPrompt="1"/>
          </p:nvPr>
        </p:nvSpPr>
        <p:spPr>
          <a:xfrm>
            <a:off x="3829332" y="818242"/>
            <a:ext cx="2448596" cy="5668142"/>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1" name="Text Placeholder 14">
            <a:extLst>
              <a:ext uri="{FF2B5EF4-FFF2-40B4-BE49-F238E27FC236}">
                <a16:creationId xmlns:a16="http://schemas.microsoft.com/office/drawing/2014/main" id="{981BB848-8C84-07F2-8842-9F8CDE160E73}"/>
              </a:ext>
            </a:extLst>
          </p:cNvPr>
          <p:cNvSpPr>
            <a:spLocks noGrp="1"/>
          </p:cNvSpPr>
          <p:nvPr>
            <p:ph type="body" sz="quarter" idx="58" hasCustomPrompt="1"/>
          </p:nvPr>
        </p:nvSpPr>
        <p:spPr>
          <a:xfrm>
            <a:off x="6552299" y="801376"/>
            <a:ext cx="2448596" cy="5668142"/>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2" name="Text Placeholder 14">
            <a:extLst>
              <a:ext uri="{FF2B5EF4-FFF2-40B4-BE49-F238E27FC236}">
                <a16:creationId xmlns:a16="http://schemas.microsoft.com/office/drawing/2014/main" id="{0AEDF8CF-3629-7E28-A478-4C41BA50E560}"/>
              </a:ext>
            </a:extLst>
          </p:cNvPr>
          <p:cNvSpPr>
            <a:spLocks noGrp="1"/>
          </p:cNvSpPr>
          <p:nvPr>
            <p:ph type="body" sz="quarter" idx="59" hasCustomPrompt="1"/>
          </p:nvPr>
        </p:nvSpPr>
        <p:spPr>
          <a:xfrm>
            <a:off x="9312106" y="801376"/>
            <a:ext cx="2449682" cy="5093647"/>
          </a:xfrm>
        </p:spPr>
        <p:txBody>
          <a:bodyPr/>
          <a:lstStyle>
            <a:lvl1pPr>
              <a:lnSpc>
                <a:spcPct val="120000"/>
              </a:lnSpc>
              <a:spcBef>
                <a:spcPts val="800"/>
              </a:spcBef>
              <a:spcAft>
                <a:spcPts val="400"/>
              </a:spcAft>
              <a:defRPr sz="1000">
                <a:solidFill>
                  <a:schemeClr val="tx1"/>
                </a:solidFill>
                <a:latin typeface="Sora-SIA SemiBold" pitchFamily="2" charset="0"/>
                <a:cs typeface="Sora-SIA SemiBold" pitchFamily="2" charset="0"/>
              </a:defRPr>
            </a:lvl1pPr>
            <a:lvl2pPr marL="115894" indent="-115894">
              <a:spcBef>
                <a:spcPts val="0"/>
              </a:spcBef>
              <a:spcAft>
                <a:spcPts val="0"/>
              </a:spcAft>
              <a:buSzPct val="135000"/>
              <a:buFontTx/>
              <a:buBlip>
                <a:blip>
                  <a:extLst>
                    <a:ext uri="{96DAC541-7B7A-43D3-8B79-37D633B846F1}">
                      <asvg:svgBlip xmlns:asvg="http://schemas.microsoft.com/office/drawing/2016/SVG/main" r:embed="rId3"/>
                    </a:ext>
                  </a:extLst>
                </a:blip>
              </a:buBlip>
              <a:defRPr sz="800" b="0">
                <a:solidFill>
                  <a:schemeClr val="tx1"/>
                </a:solidFill>
                <a:latin typeface="+mn-lt"/>
              </a:defRPr>
            </a:lvl2pPr>
            <a:lvl3pPr marL="171459" indent="-171459">
              <a:buFontTx/>
              <a:buBlip>
                <a:blip>
                  <a:extLst>
                    <a:ext uri="{96DAC541-7B7A-43D3-8B79-37D633B846F1}">
                      <asvg:svgBlip xmlns:asvg="http://schemas.microsoft.com/office/drawing/2016/SVG/main" r:embed="rId3"/>
                    </a:ext>
                  </a:extLst>
                </a:blip>
              </a:buBlip>
              <a:defRPr/>
            </a:lvl3pPr>
          </a:lstStyle>
          <a:p>
            <a:pPr lvl="0"/>
            <a:r>
              <a:rPr lang="en-US" dirty="0"/>
              <a:t>Body text</a:t>
            </a:r>
          </a:p>
          <a:p>
            <a:pPr lvl="1"/>
            <a:r>
              <a:rPr lang="en-US" dirty="0"/>
              <a:t>First level bullet </a:t>
            </a:r>
            <a:r>
              <a:rPr lang="en-US" spc="-100" dirty="0">
                <a:sym typeface="Wingdings 3" panose="05040102010807070707" pitchFamily="18" charset="2"/>
              </a:rPr>
              <a:t></a:t>
            </a:r>
            <a:endParaRPr lang="en-US" dirty="0"/>
          </a:p>
        </p:txBody>
      </p:sp>
      <p:sp>
        <p:nvSpPr>
          <p:cNvPr id="24" name="Rectangle: Top Corners Rounded 23">
            <a:extLst>
              <a:ext uri="{FF2B5EF4-FFF2-40B4-BE49-F238E27FC236}">
                <a16:creationId xmlns:a16="http://schemas.microsoft.com/office/drawing/2014/main" id="{B7DDA3E1-EC42-BCEA-809D-E346D1CA778C}"/>
              </a:ext>
            </a:extLst>
          </p:cNvPr>
          <p:cNvSpPr/>
          <p:nvPr userDrawn="1"/>
        </p:nvSpPr>
        <p:spPr>
          <a:xfrm rot="5400000">
            <a:off x="1961776" y="393168"/>
            <a:ext cx="1041869" cy="1858288"/>
          </a:xfrm>
          <a:prstGeom prst="round2SameRect">
            <a:avLst>
              <a:gd name="adj1" fmla="val 14171"/>
              <a:gd name="adj2" fmla="val 0"/>
            </a:avLst>
          </a:prstGeom>
          <a:solidFill>
            <a:schemeClr val="bg1">
              <a:alpha val="65000"/>
            </a:schemeClr>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6" name="Text Placeholder 25">
            <a:extLst>
              <a:ext uri="{FF2B5EF4-FFF2-40B4-BE49-F238E27FC236}">
                <a16:creationId xmlns:a16="http://schemas.microsoft.com/office/drawing/2014/main" id="{53F6794E-795E-DD0F-6B03-44497FAAD9DE}"/>
              </a:ext>
            </a:extLst>
          </p:cNvPr>
          <p:cNvSpPr>
            <a:spLocks noGrp="1"/>
          </p:cNvSpPr>
          <p:nvPr>
            <p:ph type="body" sz="quarter" idx="60"/>
          </p:nvPr>
        </p:nvSpPr>
        <p:spPr>
          <a:xfrm>
            <a:off x="1646767" y="976516"/>
            <a:ext cx="1667933" cy="855507"/>
          </a:xfrm>
        </p:spPr>
        <p:txBody>
          <a:bodyPr/>
          <a:lstStyle>
            <a:lvl1pPr>
              <a:lnSpc>
                <a:spcPct val="100000"/>
              </a:lnSpc>
              <a:spcAft>
                <a:spcPts val="300"/>
              </a:spcAft>
              <a:defRPr>
                <a:solidFill>
                  <a:schemeClr val="tx1"/>
                </a:solidFill>
                <a:latin typeface="Sora-SIA SemiBold" pitchFamily="2" charset="0"/>
                <a:cs typeface="Sora-SIA SemiBold" pitchFamily="2" charset="0"/>
              </a:defRPr>
            </a:lvl1pPr>
            <a:lvl2pPr>
              <a:lnSpc>
                <a:spcPct val="110000"/>
              </a:lnSpc>
              <a:spcBef>
                <a:spcPts val="0"/>
              </a:spcBef>
              <a:defRPr sz="933">
                <a:solidFill>
                  <a:schemeClr val="accent4"/>
                </a:solidFill>
              </a:defRPr>
            </a:lvl2pPr>
            <a:lvl3pPr>
              <a:lnSpc>
                <a:spcPct val="110000"/>
              </a:lnSpc>
              <a:spcAft>
                <a:spcPts val="0"/>
              </a:spcAft>
              <a:defRPr sz="933">
                <a:solidFill>
                  <a:schemeClr val="accent4"/>
                </a:solidFill>
              </a:defRPr>
            </a:lvl3pPr>
          </a:lstStyle>
          <a:p>
            <a:pPr lvl="0"/>
            <a:r>
              <a:rPr lang="en-US" dirty="0"/>
              <a:t>Click to edit Master text styles</a:t>
            </a:r>
          </a:p>
          <a:p>
            <a:pPr lvl="1"/>
            <a:r>
              <a:rPr lang="en-US" dirty="0"/>
              <a:t>Second level </a:t>
            </a:r>
            <a:r>
              <a:rPr lang="en-US" spc="-100" dirty="0">
                <a:sym typeface="Wingdings 3" panose="05040102010807070707" pitchFamily="18" charset="2"/>
              </a:rPr>
              <a:t></a:t>
            </a:r>
            <a:endParaRPr lang="en-US" dirty="0"/>
          </a:p>
          <a:p>
            <a:pPr lvl="2"/>
            <a:r>
              <a:rPr lang="en-US" dirty="0"/>
              <a:t>Third level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1322009741"/>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ase study">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a:xfrm>
            <a:off x="404641" y="1270418"/>
            <a:ext cx="5573886" cy="253114"/>
          </a:xfrm>
        </p:spPr>
        <p:txBody>
          <a:bodyPr/>
          <a:lstStyle>
            <a:lvl1pPr>
              <a:defRPr sz="1400"/>
            </a:lvl1pPr>
          </a:lstStyle>
          <a:p>
            <a:r>
              <a:rPr lang="en-US" dirty="0"/>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30213" y="1707956"/>
            <a:ext cx="5430941" cy="4769043"/>
          </a:xfrm>
        </p:spPr>
        <p:txBody>
          <a:bodyPr/>
          <a:lstStyle>
            <a:lvl1pPr>
              <a:spcBef>
                <a:spcPts val="1200"/>
              </a:spcBef>
              <a:spcAft>
                <a:spcPts val="200"/>
              </a:spcAft>
              <a:defRPr>
                <a:solidFill>
                  <a:schemeClr val="tx1"/>
                </a:solidFill>
                <a:latin typeface="Sora-SIA SemiBold" pitchFamily="2" charset="0"/>
                <a:cs typeface="Sora-SIA SemiBold" pitchFamily="2" charset="0"/>
              </a:defRPr>
            </a:lvl1pPr>
            <a:lvl2pPr>
              <a:spcBef>
                <a:spcPts val="900"/>
              </a:spcBef>
              <a:spcAft>
                <a:spcPts val="200"/>
              </a:spcAft>
              <a:defRPr sz="900">
                <a:latin typeface="Sora-SIA SemiBold" pitchFamily="2" charset="0"/>
                <a:cs typeface="Sora-SIA SemiBold" pitchFamily="2" charset="0"/>
              </a:defRPr>
            </a:lvl2pPr>
            <a:lvl3pPr marL="114300" indent="-114300">
              <a:spcAft>
                <a:spcPts val="0"/>
              </a:spcAft>
              <a:buSzPct val="135000"/>
              <a:buFontTx/>
              <a:buBlip>
                <a:blip>
                  <a:extLst>
                    <a:ext uri="{96DAC541-7B7A-43D3-8B79-37D633B846F1}">
                      <asvg:svgBlip xmlns:asvg="http://schemas.microsoft.com/office/drawing/2016/SVG/main" r:embed="rId3"/>
                    </a:ext>
                  </a:extLst>
                </a:blip>
              </a:buBlip>
              <a:defRPr sz="900"/>
            </a:lvl3pPr>
            <a:lvl4pPr marL="228600" indent="-114300">
              <a:buSzPct val="90000"/>
              <a:buFont typeface="Wingdings" panose="05000000000000000000" pitchFamily="2" charset="2"/>
              <a:buChar char="§"/>
              <a:defRPr sz="900"/>
            </a:lvl4pPr>
            <a:lvl5pPr>
              <a:defRPr/>
            </a:lvl5pPr>
            <a:lvl6pPr>
              <a:defRPr/>
            </a:lvl6pPr>
          </a:lstStyle>
          <a:p>
            <a:pPr lvl="0"/>
            <a:r>
              <a:rPr lang="en-US" dirty="0"/>
              <a:t>Sub-title, click to edit Master text styles</a:t>
            </a:r>
          </a:p>
          <a:p>
            <a:pPr lvl="1"/>
            <a:r>
              <a:rPr lang="en-US" dirty="0"/>
              <a:t>Sub-head 2 </a:t>
            </a:r>
            <a:r>
              <a:rPr lang="en-US" spc="-100" dirty="0">
                <a:sym typeface="Wingdings 3" panose="05040102010807070707" pitchFamily="18" charset="2"/>
              </a:rPr>
              <a:t></a:t>
            </a:r>
            <a:endParaRPr lang="en-US" dirty="0"/>
          </a:p>
          <a:p>
            <a:pPr lvl="2"/>
            <a:r>
              <a:rPr lang="en-US" dirty="0"/>
              <a:t>First level bullet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10" name="Picture Placeholder 9">
            <a:extLst>
              <a:ext uri="{FF2B5EF4-FFF2-40B4-BE49-F238E27FC236}">
                <a16:creationId xmlns:a16="http://schemas.microsoft.com/office/drawing/2014/main" id="{C687B58C-03F1-9392-CA41-C4C3F4721A2C}"/>
              </a:ext>
            </a:extLst>
          </p:cNvPr>
          <p:cNvSpPr>
            <a:spLocks noGrp="1"/>
          </p:cNvSpPr>
          <p:nvPr>
            <p:ph type="pic" sz="quarter" idx="14"/>
          </p:nvPr>
        </p:nvSpPr>
        <p:spPr>
          <a:xfrm>
            <a:off x="428625" y="800099"/>
            <a:ext cx="1928813" cy="417102"/>
          </a:xfrm>
        </p:spPr>
        <p:txBody>
          <a:bodyPr/>
          <a:lstStyle/>
          <a:p>
            <a:endParaRPr lang="en-US"/>
          </a:p>
        </p:txBody>
      </p:sp>
      <p:sp>
        <p:nvSpPr>
          <p:cNvPr id="11" name="Content Placeholder 2">
            <a:extLst>
              <a:ext uri="{FF2B5EF4-FFF2-40B4-BE49-F238E27FC236}">
                <a16:creationId xmlns:a16="http://schemas.microsoft.com/office/drawing/2014/main" id="{DE782376-FAD3-E34D-9178-105A7BE9AF00}"/>
              </a:ext>
            </a:extLst>
          </p:cNvPr>
          <p:cNvSpPr>
            <a:spLocks noGrp="1"/>
          </p:cNvSpPr>
          <p:nvPr>
            <p:ph sz="half" idx="15" hasCustomPrompt="1"/>
          </p:nvPr>
        </p:nvSpPr>
        <p:spPr>
          <a:xfrm>
            <a:off x="6219378" y="1707956"/>
            <a:ext cx="5548313" cy="4769044"/>
          </a:xfrm>
        </p:spPr>
        <p:txBody>
          <a:bodyPr/>
          <a:lstStyle>
            <a:lvl1pPr>
              <a:spcBef>
                <a:spcPts val="1200"/>
              </a:spcBef>
              <a:spcAft>
                <a:spcPts val="200"/>
              </a:spcAft>
              <a:defRPr>
                <a:solidFill>
                  <a:schemeClr val="tx1"/>
                </a:solidFill>
                <a:latin typeface="Sora-SIA SemiBold" pitchFamily="2" charset="0"/>
                <a:cs typeface="Sora-SIA SemiBold" pitchFamily="2" charset="0"/>
              </a:defRPr>
            </a:lvl1pPr>
            <a:lvl2pPr>
              <a:spcBef>
                <a:spcPts val="900"/>
              </a:spcBef>
              <a:spcAft>
                <a:spcPts val="200"/>
              </a:spcAft>
              <a:defRPr sz="900">
                <a:latin typeface="Sora-SIA SemiBold" pitchFamily="2" charset="0"/>
                <a:cs typeface="Sora-SIA SemiBold" pitchFamily="2" charset="0"/>
              </a:defRPr>
            </a:lvl2pPr>
            <a:lvl3pPr marL="114300" indent="-114300">
              <a:spcAft>
                <a:spcPts val="0"/>
              </a:spcAft>
              <a:buSzPct val="135000"/>
              <a:buFontTx/>
              <a:buBlip>
                <a:blip>
                  <a:extLst>
                    <a:ext uri="{96DAC541-7B7A-43D3-8B79-37D633B846F1}">
                      <asvg:svgBlip xmlns:asvg="http://schemas.microsoft.com/office/drawing/2016/SVG/main" r:embed="rId3"/>
                    </a:ext>
                  </a:extLst>
                </a:blip>
              </a:buBlip>
              <a:defRPr sz="900"/>
            </a:lvl3pPr>
            <a:lvl4pPr marL="228600" indent="-114300">
              <a:spcAft>
                <a:spcPts val="0"/>
              </a:spcAft>
              <a:buSzPct val="90000"/>
              <a:buFont typeface="Wingdings" panose="05000000000000000000" pitchFamily="2" charset="2"/>
              <a:buChar char="§"/>
              <a:defRPr sz="900"/>
            </a:lvl4pPr>
            <a:lvl5pPr>
              <a:defRPr/>
            </a:lvl5pPr>
            <a:lvl6pPr>
              <a:defRPr/>
            </a:lvl6pPr>
          </a:lstStyle>
          <a:p>
            <a:pPr lvl="0"/>
            <a:r>
              <a:rPr lang="en-US" dirty="0"/>
              <a:t>Sub-title, click to edit Master text styles</a:t>
            </a:r>
          </a:p>
          <a:p>
            <a:pPr lvl="1"/>
            <a:r>
              <a:rPr lang="en-US" dirty="0"/>
              <a:t>Sub-head 2 </a:t>
            </a:r>
            <a:r>
              <a:rPr lang="en-US" spc="-100" dirty="0">
                <a:sym typeface="Wingdings 3" panose="05040102010807070707" pitchFamily="18" charset="2"/>
              </a:rPr>
              <a:t></a:t>
            </a:r>
            <a:endParaRPr lang="en-US" dirty="0"/>
          </a:p>
          <a:p>
            <a:pPr lvl="2"/>
            <a:r>
              <a:rPr lang="en-US" dirty="0"/>
              <a:t>First level bullet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p:txBody>
      </p:sp>
    </p:spTree>
    <p:extLst>
      <p:ext uri="{BB962C8B-B14F-4D97-AF65-F5344CB8AC3E}">
        <p14:creationId xmlns:p14="http://schemas.microsoft.com/office/powerpoint/2010/main" val="704627764"/>
      </p:ext>
    </p:extLst>
  </p:cSld>
  <p:clrMapOvr>
    <a:masterClrMapping/>
  </p:clrMapOvr>
  <p:transition>
    <p:fade/>
  </p:transition>
  <p:extLst>
    <p:ext uri="{DCECCB84-F9BA-43D5-87BE-67443E8EF086}">
      <p15:sldGuideLst xmlns:p15="http://schemas.microsoft.com/office/powerpoint/2012/main">
        <p15:guide id="1" orient="horz" pos="50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arge-Text_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88C2-DA8C-E000-CB98-49DFC20030FB}"/>
              </a:ext>
            </a:extLst>
          </p:cNvPr>
          <p:cNvSpPr>
            <a:spLocks noGrp="1"/>
          </p:cNvSpPr>
          <p:nvPr>
            <p:ph type="title" hasCustomPrompt="1"/>
          </p:nvPr>
        </p:nvSpPr>
        <p:spPr/>
        <p:txBody>
          <a:bodyPr/>
          <a:lstStyle/>
          <a:p>
            <a:r>
              <a:rPr lang="en-US" dirty="0"/>
              <a:t>Main-title, click to edit Master title style</a:t>
            </a:r>
          </a:p>
        </p:txBody>
      </p:sp>
      <p:sp>
        <p:nvSpPr>
          <p:cNvPr id="3" name="Content Placeholder 2">
            <a:extLst>
              <a:ext uri="{FF2B5EF4-FFF2-40B4-BE49-F238E27FC236}">
                <a16:creationId xmlns:a16="http://schemas.microsoft.com/office/drawing/2014/main" id="{5E0C1E9D-509C-F614-CFE1-A8408D75D82B}"/>
              </a:ext>
            </a:extLst>
          </p:cNvPr>
          <p:cNvSpPr>
            <a:spLocks noGrp="1"/>
          </p:cNvSpPr>
          <p:nvPr>
            <p:ph idx="1" hasCustomPrompt="1"/>
          </p:nvPr>
        </p:nvSpPr>
        <p:spPr>
          <a:xfrm>
            <a:off x="428625" y="2012702"/>
            <a:ext cx="8456613" cy="4464298"/>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FB5F923D-8E9B-9913-9B28-AA10B7559C0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6339481-4797-059D-F6D4-9E32BD8FFEAC}"/>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D0416F3-D18A-C9C1-3F3F-7BB1F9FD763D}"/>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
        <p:nvSpPr>
          <p:cNvPr id="9" name="Text Placeholder 8">
            <a:extLst>
              <a:ext uri="{FF2B5EF4-FFF2-40B4-BE49-F238E27FC236}">
                <a16:creationId xmlns:a16="http://schemas.microsoft.com/office/drawing/2014/main" id="{1BB0583E-925F-0E28-011D-C5CB737A58E8}"/>
              </a:ext>
            </a:extLst>
          </p:cNvPr>
          <p:cNvSpPr>
            <a:spLocks noGrp="1"/>
          </p:cNvSpPr>
          <p:nvPr>
            <p:ph type="body" sz="quarter" idx="14" hasCustomPrompt="1"/>
          </p:nvPr>
        </p:nvSpPr>
        <p:spPr>
          <a:xfrm>
            <a:off x="10512461" y="283477"/>
            <a:ext cx="1249326" cy="217968"/>
          </a:xfrm>
        </p:spPr>
        <p:txBody>
          <a:bodyPr anchor="b" anchorCtr="0"/>
          <a:lstStyle>
            <a:lvl1pPr algn="r">
              <a:defRPr sz="800"/>
            </a:lvl1pPr>
          </a:lstStyle>
          <a:p>
            <a:pPr lvl="0"/>
            <a:r>
              <a:rPr lang="en-US" dirty="0"/>
              <a:t>Confidential © Sia</a:t>
            </a:r>
          </a:p>
        </p:txBody>
      </p:sp>
    </p:spTree>
    <p:extLst>
      <p:ext uri="{BB962C8B-B14F-4D97-AF65-F5344CB8AC3E}">
        <p14:creationId xmlns:p14="http://schemas.microsoft.com/office/powerpoint/2010/main" val="17754323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arge-Text_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dirty="0"/>
              <a:t>Main-title, click to edit Master title style</a:t>
            </a:r>
          </a:p>
        </p:txBody>
      </p:sp>
      <p:sp>
        <p:nvSpPr>
          <p:cNvPr id="3" name="Content Placeholder 2">
            <a:extLst>
              <a:ext uri="{FF2B5EF4-FFF2-40B4-BE49-F238E27FC236}">
                <a16:creationId xmlns:a16="http://schemas.microsoft.com/office/drawing/2014/main" id="{64AC258D-553F-37E2-2838-5EF6797BA597}"/>
              </a:ext>
            </a:extLst>
          </p:cNvPr>
          <p:cNvSpPr>
            <a:spLocks noGrp="1"/>
          </p:cNvSpPr>
          <p:nvPr>
            <p:ph sz="half" idx="1" hasCustomPrompt="1"/>
          </p:nvPr>
        </p:nvSpPr>
        <p:spPr>
          <a:xfrm>
            <a:off x="428624" y="2018772"/>
            <a:ext cx="5548313" cy="4458230"/>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4" name="Content Placeholder 3">
            <a:extLst>
              <a:ext uri="{FF2B5EF4-FFF2-40B4-BE49-F238E27FC236}">
                <a16:creationId xmlns:a16="http://schemas.microsoft.com/office/drawing/2014/main" id="{2ED6F602-9C62-9FD9-5EC9-4C28948CAF86}"/>
              </a:ext>
            </a:extLst>
          </p:cNvPr>
          <p:cNvSpPr>
            <a:spLocks noGrp="1"/>
          </p:cNvSpPr>
          <p:nvPr>
            <p:ph sz="half" idx="2" hasCustomPrompt="1"/>
          </p:nvPr>
        </p:nvSpPr>
        <p:spPr>
          <a:xfrm>
            <a:off x="6213474" y="2018771"/>
            <a:ext cx="5548313" cy="4458229"/>
          </a:xfrm>
        </p:spPr>
        <p:txBody>
          <a:bodyPr/>
          <a:lstStyle>
            <a:lvl1pPr>
              <a:defRPr/>
            </a:lvl1pPr>
            <a:lvl2pPr>
              <a:defRPr/>
            </a:lvl2pPr>
            <a:lvl3pPr>
              <a:defRPr/>
            </a:lvl3pPr>
            <a:lvl4pPr>
              <a:defRPr/>
            </a:lvl4pPr>
            <a:lvl5pPr>
              <a:defRPr/>
            </a:lvl5p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400869506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1C77-4B6D-4D44-1483-2E5BBC868630}"/>
              </a:ext>
            </a:extLst>
          </p:cNvPr>
          <p:cNvSpPr>
            <a:spLocks noGrp="1"/>
          </p:cNvSpPr>
          <p:nvPr>
            <p:ph type="title" hasCustomPrompt="1"/>
          </p:nvPr>
        </p:nvSpPr>
        <p:spPr/>
        <p:txBody>
          <a:bodyPr/>
          <a:lstStyle/>
          <a:p>
            <a:r>
              <a:rPr lang="en-US" dirty="0"/>
              <a:t>Main-title, click to edit Master title style</a:t>
            </a:r>
          </a:p>
        </p:txBody>
      </p:sp>
      <p:sp>
        <p:nvSpPr>
          <p:cNvPr id="6" name="Footer Placeholder 5">
            <a:extLst>
              <a:ext uri="{FF2B5EF4-FFF2-40B4-BE49-F238E27FC236}">
                <a16:creationId xmlns:a16="http://schemas.microsoft.com/office/drawing/2014/main" id="{0D94D6FE-25A9-7DCF-CED5-6DA24A4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334408-D860-3FF7-77FB-A0F5DFCB554F}"/>
              </a:ext>
            </a:extLst>
          </p:cNvPr>
          <p:cNvSpPr>
            <a:spLocks noGrp="1"/>
          </p:cNvSpPr>
          <p:nvPr>
            <p:ph type="sldNum" sz="quarter" idx="12"/>
          </p:nvPr>
        </p:nvSpPr>
        <p:spPr/>
        <p:txBody>
          <a:bodyPr/>
          <a:lstStyle/>
          <a:p>
            <a:fld id="{AEAD572E-2F50-43BC-A5A3-42ECFACCA1CC}" type="slidenum">
              <a:rPr lang="en-US" smtClean="0"/>
              <a:t>‹N°›</a:t>
            </a:fld>
            <a:endParaRPr lang="en-US"/>
          </a:p>
        </p:txBody>
      </p:sp>
      <p:sp>
        <p:nvSpPr>
          <p:cNvPr id="8" name="Text Placeholder 7">
            <a:extLst>
              <a:ext uri="{FF2B5EF4-FFF2-40B4-BE49-F238E27FC236}">
                <a16:creationId xmlns:a16="http://schemas.microsoft.com/office/drawing/2014/main" id="{C7740E51-14F2-D576-6B6A-CFA80C04EAAB}"/>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3085354015"/>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F303-2418-8A90-1F62-39E2D250DC51}"/>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90987D4B-94EB-783D-B336-26830EC6D0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3840E4-5C58-AC3A-77AA-F9B3E6C7B19B}"/>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11894179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1D829E-3CD6-56A7-3E41-D5561B491B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EF78-0B22-ADD0-F455-005C928C719A}"/>
              </a:ext>
            </a:extLst>
          </p:cNvPr>
          <p:cNvSpPr>
            <a:spLocks noGrp="1"/>
          </p:cNvSpPr>
          <p:nvPr>
            <p:ph type="sldNum" sz="quarter" idx="12"/>
          </p:nvPr>
        </p:nvSpPr>
        <p:spPr/>
        <p:txBody>
          <a:bodyPr/>
          <a:lstStyle/>
          <a:p>
            <a:fld id="{AEAD572E-2F50-43BC-A5A3-42ECFACCA1CC}" type="slidenum">
              <a:rPr lang="en-US" smtClean="0"/>
              <a:t>‹N°›</a:t>
            </a:fld>
            <a:endParaRPr lang="en-US"/>
          </a:p>
        </p:txBody>
      </p:sp>
    </p:spTree>
    <p:extLst>
      <p:ext uri="{BB962C8B-B14F-4D97-AF65-F5344CB8AC3E}">
        <p14:creationId xmlns:p14="http://schemas.microsoft.com/office/powerpoint/2010/main" val="137745049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arge Title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69B82-4549-D840-E57A-60762497628D}"/>
              </a:ext>
            </a:extLst>
          </p:cNvPr>
          <p:cNvSpPr>
            <a:spLocks noGrp="1"/>
          </p:cNvSpPr>
          <p:nvPr>
            <p:ph type="title"/>
          </p:nvPr>
        </p:nvSpPr>
        <p:spPr>
          <a:xfrm>
            <a:off x="370669" y="894074"/>
            <a:ext cx="3915581" cy="2402918"/>
          </a:xfrm>
        </p:spPr>
        <p:txBody>
          <a:bodyPr/>
          <a:lstStyle>
            <a:lvl1pPr>
              <a:lnSpc>
                <a:spcPct val="83000"/>
              </a:lnSpc>
              <a:defRPr sz="5800" spc="-300" baseline="0"/>
            </a:lvl1pPr>
          </a:lstStyle>
          <a:p>
            <a:r>
              <a:rPr lang="en-US" dirty="0"/>
              <a:t>Click to edit Master title style</a:t>
            </a:r>
          </a:p>
        </p:txBody>
      </p:sp>
      <p:sp>
        <p:nvSpPr>
          <p:cNvPr id="3" name="Footer Placeholder 2">
            <a:extLst>
              <a:ext uri="{FF2B5EF4-FFF2-40B4-BE49-F238E27FC236}">
                <a16:creationId xmlns:a16="http://schemas.microsoft.com/office/drawing/2014/main" id="{F8B064E3-ED49-F066-CD07-FF619808461C}"/>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3D2D7014-22DF-90E3-CD22-D5ECAD9C5067}"/>
              </a:ext>
            </a:extLst>
          </p:cNvPr>
          <p:cNvSpPr>
            <a:spLocks noGrp="1"/>
          </p:cNvSpPr>
          <p:nvPr>
            <p:ph type="sldNum" sz="quarter" idx="11"/>
          </p:nvPr>
        </p:nvSpPr>
        <p:spPr/>
        <p:txBody>
          <a:bodyPr/>
          <a:lstStyle/>
          <a:p>
            <a:fld id="{AEAD572E-2F50-43BC-A5A3-42ECFACCA1CC}" type="slidenum">
              <a:rPr lang="en-US" smtClean="0"/>
              <a:pPr/>
              <a:t>‹N°›</a:t>
            </a:fld>
            <a:endParaRPr lang="en-US" dirty="0"/>
          </a:p>
        </p:txBody>
      </p:sp>
      <p:sp>
        <p:nvSpPr>
          <p:cNvPr id="8" name="Text Placeholder 7">
            <a:extLst>
              <a:ext uri="{FF2B5EF4-FFF2-40B4-BE49-F238E27FC236}">
                <a16:creationId xmlns:a16="http://schemas.microsoft.com/office/drawing/2014/main" id="{D07D3A50-E418-269B-04B9-EEC8DFFBE610}"/>
              </a:ext>
            </a:extLst>
          </p:cNvPr>
          <p:cNvSpPr>
            <a:spLocks noGrp="1"/>
          </p:cNvSpPr>
          <p:nvPr>
            <p:ph type="body" sz="quarter" idx="12"/>
          </p:nvPr>
        </p:nvSpPr>
        <p:spPr>
          <a:xfrm>
            <a:off x="428625" y="3529146"/>
            <a:ext cx="3662362" cy="1203839"/>
          </a:xfrm>
        </p:spPr>
        <p:txBody>
          <a:bodyPr/>
          <a:lstStyle>
            <a:lvl1pPr>
              <a:defRPr sz="900"/>
            </a:lvl1pPr>
          </a:lstStyle>
          <a:p>
            <a:pPr lvl="0"/>
            <a:r>
              <a:rPr lang="en-US" dirty="0"/>
              <a:t>Click to edit Master text styles</a:t>
            </a:r>
          </a:p>
        </p:txBody>
      </p:sp>
      <p:sp>
        <p:nvSpPr>
          <p:cNvPr id="10" name="Content Placeholder 9">
            <a:extLst>
              <a:ext uri="{FF2B5EF4-FFF2-40B4-BE49-F238E27FC236}">
                <a16:creationId xmlns:a16="http://schemas.microsoft.com/office/drawing/2014/main" id="{350ED51D-B6BF-5FDB-0F4B-811283DA90F9}"/>
              </a:ext>
            </a:extLst>
          </p:cNvPr>
          <p:cNvSpPr>
            <a:spLocks noGrp="1"/>
          </p:cNvSpPr>
          <p:nvPr>
            <p:ph sz="quarter" idx="13"/>
          </p:nvPr>
        </p:nvSpPr>
        <p:spPr>
          <a:xfrm>
            <a:off x="4689508" y="431801"/>
            <a:ext cx="7072280" cy="604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0544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ext, BG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A1031-F005-9006-111D-6F135A8A4C72}"/>
              </a:ext>
            </a:extLst>
          </p:cNvPr>
          <p:cNvSpPr>
            <a:spLocks noGrp="1"/>
          </p:cNvSpPr>
          <p:nvPr>
            <p:ph type="title" hasCustomPrompt="1"/>
          </p:nvPr>
        </p:nvSpPr>
        <p:spPr>
          <a:xfrm>
            <a:off x="428626" y="871538"/>
            <a:ext cx="6095652" cy="429980"/>
          </a:xfrm>
        </p:spPr>
        <p:txBody>
          <a:bodyPr/>
          <a:lstStyle/>
          <a:p>
            <a:r>
              <a:rPr lang="en-US" dirty="0"/>
              <a:t>Main-title, click to edit</a:t>
            </a:r>
          </a:p>
        </p:txBody>
      </p:sp>
      <p:sp>
        <p:nvSpPr>
          <p:cNvPr id="3" name="Footer Placeholder 2">
            <a:extLst>
              <a:ext uri="{FF2B5EF4-FFF2-40B4-BE49-F238E27FC236}">
                <a16:creationId xmlns:a16="http://schemas.microsoft.com/office/drawing/2014/main" id="{B0B9A6E1-2496-86F3-34FC-BC2E9342B709}"/>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1E567A6F-5E5D-1219-852D-7ACE4BF9CDB3}"/>
              </a:ext>
            </a:extLst>
          </p:cNvPr>
          <p:cNvSpPr>
            <a:spLocks noGrp="1"/>
          </p:cNvSpPr>
          <p:nvPr>
            <p:ph type="sldNum" sz="quarter" idx="11"/>
          </p:nvPr>
        </p:nvSpPr>
        <p:spPr/>
        <p:txBody>
          <a:bodyPr/>
          <a:lstStyle/>
          <a:p>
            <a:fld id="{AEAD572E-2F50-43BC-A5A3-42ECFACCA1CC}" type="slidenum">
              <a:rPr lang="en-US" smtClean="0"/>
              <a:pPr/>
              <a:t>‹N°›</a:t>
            </a:fld>
            <a:endParaRPr lang="en-US" dirty="0"/>
          </a:p>
        </p:txBody>
      </p:sp>
      <p:sp>
        <p:nvSpPr>
          <p:cNvPr id="8" name="Text Placeholder 7">
            <a:extLst>
              <a:ext uri="{FF2B5EF4-FFF2-40B4-BE49-F238E27FC236}">
                <a16:creationId xmlns:a16="http://schemas.microsoft.com/office/drawing/2014/main" id="{7C158440-44EE-5104-A936-661E7DE6F18C}"/>
              </a:ext>
            </a:extLst>
          </p:cNvPr>
          <p:cNvSpPr>
            <a:spLocks noGrp="1"/>
          </p:cNvSpPr>
          <p:nvPr>
            <p:ph type="body" sz="quarter" idx="12" hasCustomPrompt="1"/>
          </p:nvPr>
        </p:nvSpPr>
        <p:spPr>
          <a:xfrm>
            <a:off x="428626" y="1469417"/>
            <a:ext cx="4766521" cy="554258"/>
          </a:xfrm>
        </p:spPr>
        <p:txBody>
          <a:bodyPr/>
          <a:lstStyle>
            <a:lvl1pPr>
              <a:defRPr sz="1200">
                <a:solidFill>
                  <a:srgbClr val="455669"/>
                </a:solidFill>
              </a:defRPr>
            </a:lvl1pPr>
          </a:lstStyle>
          <a:p>
            <a:pPr lvl="0"/>
            <a:r>
              <a:rPr lang="en-US" dirty="0"/>
              <a:t>Sub-title, click to edit Master text styles</a:t>
            </a:r>
          </a:p>
        </p:txBody>
      </p:sp>
      <p:sp>
        <p:nvSpPr>
          <p:cNvPr id="10" name="Text Placeholder 9">
            <a:extLst>
              <a:ext uri="{FF2B5EF4-FFF2-40B4-BE49-F238E27FC236}">
                <a16:creationId xmlns:a16="http://schemas.microsoft.com/office/drawing/2014/main" id="{5C2F71FB-3902-816A-900A-6724AF33734E}"/>
              </a:ext>
            </a:extLst>
          </p:cNvPr>
          <p:cNvSpPr>
            <a:spLocks noGrp="1"/>
          </p:cNvSpPr>
          <p:nvPr>
            <p:ph type="body" sz="quarter" idx="13" hasCustomPrompt="1"/>
          </p:nvPr>
        </p:nvSpPr>
        <p:spPr>
          <a:xfrm>
            <a:off x="428625" y="2380344"/>
            <a:ext cx="4766522" cy="4064000"/>
          </a:xfrm>
        </p:spPr>
        <p:txBody>
          <a:bodyPr/>
          <a:lstStyle>
            <a:lvl1pPr>
              <a:spcBef>
                <a:spcPts val="1200"/>
              </a:spcBef>
              <a:spcAft>
                <a:spcPts val="200"/>
              </a:spcAft>
              <a:defRPr sz="1400"/>
            </a:lvl1pPr>
            <a:lvl2pPr marL="0" indent="0">
              <a:buFont typeface="Arial" panose="020B0604020202020204" pitchFamily="34" charset="0"/>
              <a:buNone/>
              <a:defRPr sz="900"/>
            </a:lvl2pPr>
            <a:lvl3pPr marL="115888" indent="-115888">
              <a:buFontTx/>
              <a:buBlip>
                <a:blip>
                  <a:extLst>
                    <a:ext uri="{96DAC541-7B7A-43D3-8B79-37D633B846F1}">
                      <asvg:svgBlip xmlns:asvg="http://schemas.microsoft.com/office/drawing/2016/SVG/main" r:embed="rId2"/>
                    </a:ext>
                  </a:extLst>
                </a:blip>
              </a:buBlip>
              <a:defRPr sz="900"/>
            </a:lvl3pPr>
          </a:lstStyle>
          <a:p>
            <a:pPr lvl="0"/>
            <a:r>
              <a:rPr lang="en-US" dirty="0"/>
              <a:t>Title</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3643813758"/>
      </p:ext>
    </p:extLst>
  </p:cSld>
  <p:clrMapOvr>
    <a:masterClrMapping/>
  </p:clrMapOvr>
  <p:extLst>
    <p:ext uri="{DCECCB84-F9BA-43D5-87BE-67443E8EF086}">
      <p15:sldGuideLst xmlns:p15="http://schemas.microsoft.com/office/powerpoint/2012/main">
        <p15:guide id="1" orient="horz" pos="151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Funnel-Down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16FE-A755-F428-EAE9-F03001B7B6D4}"/>
              </a:ext>
            </a:extLst>
          </p:cNvPr>
          <p:cNvSpPr>
            <a:spLocks noGrp="1"/>
          </p:cNvSpPr>
          <p:nvPr>
            <p:ph type="title" hasCustomPrompt="1"/>
          </p:nvPr>
        </p:nvSpPr>
        <p:spPr>
          <a:xfrm>
            <a:off x="428626" y="1218709"/>
            <a:ext cx="5173486" cy="649605"/>
          </a:xfrm>
        </p:spPr>
        <p:txBody>
          <a:bodyPr anchor="b" anchorCtr="0"/>
          <a:lstStyle/>
          <a:p>
            <a:r>
              <a:rPr lang="en-US" dirty="0"/>
              <a:t>Main-title, click to edit</a:t>
            </a:r>
          </a:p>
        </p:txBody>
      </p:sp>
      <p:sp>
        <p:nvSpPr>
          <p:cNvPr id="4" name="Footer Placeholder 3">
            <a:extLst>
              <a:ext uri="{FF2B5EF4-FFF2-40B4-BE49-F238E27FC236}">
                <a16:creationId xmlns:a16="http://schemas.microsoft.com/office/drawing/2014/main" id="{5D96C6D2-7E1D-1E11-A6A1-BCD157D819B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266D84-4439-63A4-F02D-D32265B006B0}"/>
              </a:ext>
            </a:extLst>
          </p:cNvPr>
          <p:cNvSpPr>
            <a:spLocks noGrp="1"/>
          </p:cNvSpPr>
          <p:nvPr>
            <p:ph type="sldNum" sz="quarter" idx="12"/>
          </p:nvPr>
        </p:nvSpPr>
        <p:spPr/>
        <p:txBody>
          <a:bodyPr/>
          <a:lstStyle/>
          <a:p>
            <a:fld id="{AEAD572E-2F50-43BC-A5A3-42ECFACCA1CC}" type="slidenum">
              <a:rPr lang="en-US" smtClean="0"/>
              <a:pPr/>
              <a:t>‹N°›</a:t>
            </a:fld>
            <a:endParaRPr lang="en-US" dirty="0"/>
          </a:p>
        </p:txBody>
      </p:sp>
      <p:sp>
        <p:nvSpPr>
          <p:cNvPr id="7" name="Text Placeholder 9">
            <a:extLst>
              <a:ext uri="{FF2B5EF4-FFF2-40B4-BE49-F238E27FC236}">
                <a16:creationId xmlns:a16="http://schemas.microsoft.com/office/drawing/2014/main" id="{0E6BB3CA-E609-7189-68C8-6F522973E108}"/>
              </a:ext>
            </a:extLst>
          </p:cNvPr>
          <p:cNvSpPr>
            <a:spLocks noGrp="1"/>
          </p:cNvSpPr>
          <p:nvPr>
            <p:ph type="body" sz="quarter" idx="21" hasCustomPrompt="1"/>
          </p:nvPr>
        </p:nvSpPr>
        <p:spPr>
          <a:xfrm>
            <a:off x="428626" y="2330641"/>
            <a:ext cx="5173486" cy="3863880"/>
          </a:xfrm>
        </p:spPr>
        <p:txBody>
          <a:bodyPr/>
          <a:lstStyle>
            <a:lvl1pPr>
              <a:spcBef>
                <a:spcPts val="1200"/>
              </a:spcBef>
              <a:spcAft>
                <a:spcPts val="200"/>
              </a:spcAft>
              <a:defRPr sz="1400"/>
            </a:lvl1pPr>
            <a:lvl2pPr marL="0" indent="0">
              <a:buFont typeface="Arial" panose="020B0604020202020204" pitchFamily="34" charset="0"/>
              <a:buNone/>
              <a:defRPr sz="900"/>
            </a:lvl2pPr>
            <a:lvl3pPr marL="115888" indent="-115888">
              <a:buFontTx/>
              <a:buBlip>
                <a:blip>
                  <a:extLst>
                    <a:ext uri="{96DAC541-7B7A-43D3-8B79-37D633B846F1}">
                      <asvg:svgBlip xmlns:asvg="http://schemas.microsoft.com/office/drawing/2016/SVG/main" r:embed="rId3"/>
                    </a:ext>
                  </a:extLst>
                </a:blip>
              </a:buBlip>
              <a:defRPr sz="900"/>
            </a:lvl3pPr>
          </a:lstStyle>
          <a:p>
            <a:pPr lvl="0"/>
            <a:r>
              <a:rPr lang="en-US" dirty="0"/>
              <a:t>Title</a:t>
            </a:r>
          </a:p>
          <a:p>
            <a:pPr lvl="1"/>
            <a:r>
              <a:rPr lang="en-US" dirty="0"/>
              <a:t>Body text </a:t>
            </a:r>
            <a:r>
              <a:rPr lang="en-US" spc="-100" dirty="0">
                <a:sym typeface="Wingdings 3" panose="05040102010807070707" pitchFamily="18" charset="2"/>
              </a:rPr>
              <a:t></a:t>
            </a:r>
            <a:endParaRPr lang="en-US" dirty="0"/>
          </a:p>
          <a:p>
            <a:pPr lvl="2"/>
            <a:r>
              <a:rPr lang="en-US" dirty="0"/>
              <a:t>Bullet text </a:t>
            </a:r>
            <a:r>
              <a:rPr lang="en-US" spc="-100" dirty="0">
                <a:sym typeface="Wingdings 3" panose="05040102010807070707" pitchFamily="18" charset="2"/>
              </a:rPr>
              <a:t> </a:t>
            </a:r>
            <a:endParaRPr lang="en-US" dirty="0"/>
          </a:p>
        </p:txBody>
      </p:sp>
    </p:spTree>
    <p:extLst>
      <p:ext uri="{BB962C8B-B14F-4D97-AF65-F5344CB8AC3E}">
        <p14:creationId xmlns:p14="http://schemas.microsoft.com/office/powerpoint/2010/main" val="387072817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Gradient 2, Title and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327BF-013C-643A-4E82-57516435785B}"/>
              </a:ext>
            </a:extLst>
          </p:cNvPr>
          <p:cNvSpPr>
            <a:spLocks noGrp="1"/>
          </p:cNvSpPr>
          <p:nvPr>
            <p:ph type="title" hasCustomPrompt="1"/>
          </p:nvPr>
        </p:nvSpPr>
        <p:spPr/>
        <p:txBody>
          <a:bodyPr/>
          <a:lstStyle/>
          <a:p>
            <a:r>
              <a:rPr lang="en-US" dirty="0"/>
              <a:t>Main-title, click to edit Master title style</a:t>
            </a:r>
          </a:p>
        </p:txBody>
      </p:sp>
      <p:sp>
        <p:nvSpPr>
          <p:cNvPr id="4" name="Footer Placeholder 3">
            <a:extLst>
              <a:ext uri="{FF2B5EF4-FFF2-40B4-BE49-F238E27FC236}">
                <a16:creationId xmlns:a16="http://schemas.microsoft.com/office/drawing/2014/main" id="{000F21F7-9A11-AE45-8170-6C3899DB4D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9711B-A5C1-2551-3D31-4A2576301982}"/>
              </a:ext>
            </a:extLst>
          </p:cNvPr>
          <p:cNvSpPr>
            <a:spLocks noGrp="1"/>
          </p:cNvSpPr>
          <p:nvPr>
            <p:ph type="sldNum" sz="quarter" idx="12"/>
          </p:nvPr>
        </p:nvSpPr>
        <p:spPr/>
        <p:txBody>
          <a:bodyPr/>
          <a:lstStyle/>
          <a:p>
            <a:fld id="{AEAD572E-2F50-43BC-A5A3-42ECFACCA1CC}" type="slidenum">
              <a:rPr lang="en-US" smtClean="0"/>
              <a:pPr/>
              <a:t>‹N°›</a:t>
            </a:fld>
            <a:endParaRPr lang="en-US"/>
          </a:p>
        </p:txBody>
      </p:sp>
      <p:sp>
        <p:nvSpPr>
          <p:cNvPr id="3" name="Text Placeholder 7">
            <a:extLst>
              <a:ext uri="{FF2B5EF4-FFF2-40B4-BE49-F238E27FC236}">
                <a16:creationId xmlns:a16="http://schemas.microsoft.com/office/drawing/2014/main" id="{D0BAA8F8-33BD-A9E5-8E97-F456DBE9B108}"/>
              </a:ext>
            </a:extLst>
          </p:cNvPr>
          <p:cNvSpPr>
            <a:spLocks noGrp="1"/>
          </p:cNvSpPr>
          <p:nvPr>
            <p:ph type="body" sz="quarter" idx="13" hasCustomPrompt="1"/>
          </p:nvPr>
        </p:nvSpPr>
        <p:spPr>
          <a:xfrm>
            <a:off x="428624" y="1470713"/>
            <a:ext cx="11333163" cy="454003"/>
          </a:xfrm>
        </p:spPr>
        <p:txBody>
          <a:bodyPr/>
          <a:lstStyle>
            <a:lvl1pPr marL="0" indent="0">
              <a:buNone/>
              <a:defRPr sz="1200">
                <a:solidFill>
                  <a:schemeClr val="accent4"/>
                </a:solidFill>
              </a:defRPr>
            </a:lvl1pPr>
            <a:lvl2pPr marL="228600" indent="0">
              <a:buNone/>
              <a:defRPr/>
            </a:lvl2pPr>
          </a:lstStyle>
          <a:p>
            <a:pPr lvl="0"/>
            <a:r>
              <a:rPr lang="en-US" dirty="0"/>
              <a:t>Sub-title, click to edit Master text styles</a:t>
            </a:r>
          </a:p>
        </p:txBody>
      </p:sp>
    </p:spTree>
    <p:extLst>
      <p:ext uri="{BB962C8B-B14F-4D97-AF65-F5344CB8AC3E}">
        <p14:creationId xmlns:p14="http://schemas.microsoft.com/office/powerpoint/2010/main" val="2065218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 Id="rId26" Type="http://schemas.openxmlformats.org/officeDocument/2006/relationships/image" Target="../media/image1.png"/><Relationship Id="rId27" Type="http://schemas.openxmlformats.org/officeDocument/2006/relationships/image" Target="../media/image2.png"/><Relationship Id="rId28" Type="http://schemas.openxmlformats.org/officeDocument/2006/relationships/image" Target="../media/image3.png"/><Relationship Id="rId29" Type="http://schemas.openxmlformats.org/officeDocument/2006/relationships/image" Target="../media/image4.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slideLayout" Target="../slideLayouts/slideLayout38.xml"/><Relationship Id="rId15" Type="http://schemas.openxmlformats.org/officeDocument/2006/relationships/slideLayout" Target="../slideLayouts/slideLayout39.xml"/><Relationship Id="rId16" Type="http://schemas.openxmlformats.org/officeDocument/2006/relationships/slideLayout" Target="../slideLayouts/slideLayout40.xml"/><Relationship Id="rId17" Type="http://schemas.openxmlformats.org/officeDocument/2006/relationships/slideLayout" Target="../slideLayouts/slideLayout41.xml"/><Relationship Id="rId18" Type="http://schemas.openxmlformats.org/officeDocument/2006/relationships/slideLayout" Target="../slideLayouts/slideLayout42.xml"/><Relationship Id="rId19" Type="http://schemas.openxmlformats.org/officeDocument/2006/relationships/slideLayout" Target="../slideLayouts/slideLayout43.xml"/><Relationship Id="rId20" Type="http://schemas.openxmlformats.org/officeDocument/2006/relationships/slideLayout" Target="../slideLayouts/slideLayout44.xml"/><Relationship Id="rId21" Type="http://schemas.openxmlformats.org/officeDocument/2006/relationships/slideLayout" Target="../slideLayouts/slideLayout45.xml"/><Relationship Id="rId22" Type="http://schemas.openxmlformats.org/officeDocument/2006/relationships/slideLayout" Target="../slideLayouts/slideLayout46.xml"/><Relationship Id="rId23" Type="http://schemas.openxmlformats.org/officeDocument/2006/relationships/slideLayout" Target="../slideLayouts/slideLayout47.xml"/><Relationship Id="rId24" Type="http://schemas.openxmlformats.org/officeDocument/2006/relationships/slideLayout" Target="../slideLayouts/slideLayout48.xml"/><Relationship Id="rId25" Type="http://schemas.openxmlformats.org/officeDocument/2006/relationships/slideLayout" Target="../slideLayouts/slideLayout49.xml"/><Relationship Id="rId26" Type="http://schemas.openxmlformats.org/officeDocument/2006/relationships/slideLayout" Target="../slideLayouts/slideLayout50.xml"/><Relationship Id="rId27" Type="http://schemas.openxmlformats.org/officeDocument/2006/relationships/slideLayout" Target="../slideLayouts/slideLayout51.xml"/><Relationship Id="rId28" Type="http://schemas.openxmlformats.org/officeDocument/2006/relationships/slideLayout" Target="../slideLayouts/slideLayout52.xml"/><Relationship Id="rId29" Type="http://schemas.openxmlformats.org/officeDocument/2006/relationships/slideLayout" Target="../slideLayouts/slideLayout53.xml"/><Relationship Id="rId30" Type="http://schemas.openxmlformats.org/officeDocument/2006/relationships/slideLayout" Target="../slideLayouts/slideLayout54.xml"/><Relationship Id="rId31" Type="http://schemas.openxmlformats.org/officeDocument/2006/relationships/slideLayout" Target="../slideLayouts/slideLayout55.xml"/><Relationship Id="rId32" Type="http://schemas.openxmlformats.org/officeDocument/2006/relationships/slideLayout" Target="../slideLayouts/slideLayout56.xml"/><Relationship Id="rId33" Type="http://schemas.openxmlformats.org/officeDocument/2006/relationships/slideLayout" Target="../slideLayouts/slideLayout57.xml"/><Relationship Id="rId34" Type="http://schemas.openxmlformats.org/officeDocument/2006/relationships/theme" Target="../theme/theme2.xml"/><Relationship Id="rId35" Type="http://schemas.openxmlformats.org/officeDocument/2006/relationships/image" Target="../media/image1.png"/><Relationship Id="rId36" Type="http://schemas.openxmlformats.org/officeDocument/2006/relationships/image" Target="../media/image2.png"/><Relationship Id="rId37" Type="http://schemas.openxmlformats.org/officeDocument/2006/relationships/image" Target="../media/image3.png"/><Relationship Id="rId38" Type="http://schemas.openxmlformats.org/officeDocument/2006/relationships/image" Target="../media/image4.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9" Type="http://schemas.openxmlformats.org/officeDocument/2006/relationships/slideLayout" Target="../slideLayouts/slideLayout66.xml"/><Relationship Id="rId10" Type="http://schemas.openxmlformats.org/officeDocument/2006/relationships/theme" Target="../theme/theme3.xml"/><Relationship Id="rId11" Type="http://schemas.openxmlformats.org/officeDocument/2006/relationships/image" Target="../media/image38.jpg"/><Relationship Id="rId12" Type="http://schemas.openxmlformats.org/officeDocument/2006/relationships/image" Target="../media/image39.png"/><Relationship Id="rId13" Type="http://schemas.openxmlformats.org/officeDocument/2006/relationships/image" Target="../media/image17.png"/><Relationship Id="rId14"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6" y="871538"/>
            <a:ext cx="11333163" cy="652462"/>
          </a:xfrm>
          <a:prstGeom prst="rect">
            <a:avLst/>
          </a:prstGeom>
        </p:spPr>
        <p:txBody>
          <a:bodyPr vert="horz" lIns="0" tIns="0" rIns="0" bIns="0" rtlCol="0" anchor="t" anchorCtr="0">
            <a:noAutofit/>
          </a:bodyPr>
          <a:lstStyle/>
          <a:p>
            <a:r>
              <a:rPr lang="en-US"/>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28626" y="2012702"/>
            <a:ext cx="11333163" cy="4515098"/>
          </a:xfrm>
          <a:prstGeom prst="rect">
            <a:avLst/>
          </a:prstGeom>
        </p:spPr>
        <p:txBody>
          <a:bodyPr vert="horz" lIns="0" tIns="0" rIns="0" bIns="0" rtlCol="0">
            <a:noAutofit/>
          </a:body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9"/>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6" y="226993"/>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a:p>
        </p:txBody>
      </p:sp>
      <p:cxnSp>
        <p:nvCxnSpPr>
          <p:cNvPr id="7" name="Straight Connector 6">
            <a:extLst>
              <a:ext uri="{FF2B5EF4-FFF2-40B4-BE49-F238E27FC236}">
                <a16:creationId xmlns:a16="http://schemas.microsoft.com/office/drawing/2014/main" id="{C90C248E-CF7A-5FD3-CFB7-6A8937EDAE4E}"/>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0AD01C93-BA95-2FB0-E207-E26AB491A15F}"/>
              </a:ext>
            </a:extLst>
          </p:cNvPr>
          <p:cNvGrpSpPr/>
          <p:nvPr userDrawn="1"/>
        </p:nvGrpSpPr>
        <p:grpSpPr>
          <a:xfrm>
            <a:off x="-1942887" y="824973"/>
            <a:ext cx="1809017" cy="5003036"/>
            <a:chOff x="-1942887" y="824973"/>
            <a:chExt cx="1809017" cy="5003036"/>
          </a:xfrm>
        </p:grpSpPr>
        <p:grpSp>
          <p:nvGrpSpPr>
            <p:cNvPr id="9" name="Group 8">
              <a:extLst>
                <a:ext uri="{FF2B5EF4-FFF2-40B4-BE49-F238E27FC236}">
                  <a16:creationId xmlns:a16="http://schemas.microsoft.com/office/drawing/2014/main" id="{8975D1DB-B13C-1D98-4B82-3AC661F657DC}"/>
                </a:ext>
              </a:extLst>
            </p:cNvPr>
            <p:cNvGrpSpPr/>
            <p:nvPr userDrawn="1"/>
          </p:nvGrpSpPr>
          <p:grpSpPr>
            <a:xfrm>
              <a:off x="-1942887" y="824973"/>
              <a:ext cx="1809017" cy="5003036"/>
              <a:chOff x="-1942887" y="824973"/>
              <a:chExt cx="1809017" cy="5003036"/>
            </a:xfrm>
          </p:grpSpPr>
          <p:sp>
            <p:nvSpPr>
              <p:cNvPr id="19" name="TextBox 18">
                <a:extLst>
                  <a:ext uri="{FF2B5EF4-FFF2-40B4-BE49-F238E27FC236}">
                    <a16:creationId xmlns:a16="http://schemas.microsoft.com/office/drawing/2014/main" id="{9E364080-6EB2-C145-8E73-DF2EE7C30C59}"/>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a:solidFill>
                      <a:srgbClr val="FF0000"/>
                    </a:solidFill>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line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b="1">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21" name="Group 20">
                <a:extLst>
                  <a:ext uri="{FF2B5EF4-FFF2-40B4-BE49-F238E27FC236}">
                    <a16:creationId xmlns:a16="http://schemas.microsoft.com/office/drawing/2014/main" id="{CE937C85-BB9B-3DCE-947F-A4347F2FDCD2}"/>
                  </a:ext>
                </a:extLst>
              </p:cNvPr>
              <p:cNvGrpSpPr/>
              <p:nvPr userDrawn="1"/>
            </p:nvGrpSpPr>
            <p:grpSpPr>
              <a:xfrm>
                <a:off x="-1902926" y="2096267"/>
                <a:ext cx="1568112" cy="292115"/>
                <a:chOff x="-1912002" y="1751379"/>
                <a:chExt cx="1568112" cy="292115"/>
              </a:xfrm>
            </p:grpSpPr>
            <p:sp>
              <p:nvSpPr>
                <p:cNvPr id="26" name="TextBox 25">
                  <a:extLst>
                    <a:ext uri="{FF2B5EF4-FFF2-40B4-BE49-F238E27FC236}">
                      <a16:creationId xmlns:a16="http://schemas.microsoft.com/office/drawing/2014/main" id="{DF29CD15-510C-2A5E-384B-C27FA366BD6F}"/>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27" name="TextBox 26">
                  <a:extLst>
                    <a:ext uri="{FF2B5EF4-FFF2-40B4-BE49-F238E27FC236}">
                      <a16:creationId xmlns:a16="http://schemas.microsoft.com/office/drawing/2014/main" id="{5F8D22F8-9C4F-823F-128B-E86B27603202}"/>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28" name="Group 27">
                  <a:extLst>
                    <a:ext uri="{FF2B5EF4-FFF2-40B4-BE49-F238E27FC236}">
                      <a16:creationId xmlns:a16="http://schemas.microsoft.com/office/drawing/2014/main" id="{4D3E3574-BF2F-E025-111F-3A34DFF4C2C1}"/>
                    </a:ext>
                  </a:extLst>
                </p:cNvPr>
                <p:cNvGrpSpPr/>
                <p:nvPr userDrawn="1"/>
              </p:nvGrpSpPr>
              <p:grpSpPr>
                <a:xfrm>
                  <a:off x="-1422651" y="1751379"/>
                  <a:ext cx="628680" cy="292115"/>
                  <a:chOff x="-1397692" y="1751379"/>
                  <a:chExt cx="628680" cy="292115"/>
                </a:xfrm>
              </p:grpSpPr>
              <p:pic>
                <p:nvPicPr>
                  <p:cNvPr id="29" name="Picture 28">
                    <a:extLst>
                      <a:ext uri="{FF2B5EF4-FFF2-40B4-BE49-F238E27FC236}">
                        <a16:creationId xmlns:a16="http://schemas.microsoft.com/office/drawing/2014/main" id="{694F95A5-0F25-B394-2E24-089F56089081}"/>
                      </a:ext>
                    </a:extLst>
                  </p:cNvPr>
                  <p:cNvPicPr>
                    <a:picLocks noChangeAspect="1"/>
                  </p:cNvPicPr>
                  <p:nvPr userDrawn="1"/>
                </p:nvPicPr>
                <p:blipFill rotWithShape="1">
                  <a:blip r:embed="rId26"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30" name="Picture 29">
                    <a:extLst>
                      <a:ext uri="{FF2B5EF4-FFF2-40B4-BE49-F238E27FC236}">
                        <a16:creationId xmlns:a16="http://schemas.microsoft.com/office/drawing/2014/main" id="{6B8EDFBF-DAAD-45E9-A439-8E59EF63FE45}"/>
                      </a:ext>
                    </a:extLst>
                  </p:cNvPr>
                  <p:cNvPicPr>
                    <a:picLocks noChangeAspect="1"/>
                  </p:cNvPicPr>
                  <p:nvPr userDrawn="1"/>
                </p:nvPicPr>
                <p:blipFill rotWithShape="1">
                  <a:blip r:embed="rId27"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grpSp>
          <p:nvGrpSpPr>
            <p:cNvPr id="11" name="Group 10">
              <a:extLst>
                <a:ext uri="{FF2B5EF4-FFF2-40B4-BE49-F238E27FC236}">
                  <a16:creationId xmlns:a16="http://schemas.microsoft.com/office/drawing/2014/main" id="{1CA17A3A-A04C-F9E9-2DFF-D75EB8B43131}"/>
                </a:ext>
              </a:extLst>
            </p:cNvPr>
            <p:cNvGrpSpPr/>
            <p:nvPr userDrawn="1"/>
          </p:nvGrpSpPr>
          <p:grpSpPr>
            <a:xfrm>
              <a:off x="-1845679" y="4502985"/>
              <a:ext cx="1070142" cy="697456"/>
              <a:chOff x="-1857928" y="4366913"/>
              <a:chExt cx="1070142" cy="697456"/>
            </a:xfrm>
          </p:grpSpPr>
          <p:pic>
            <p:nvPicPr>
              <p:cNvPr id="12" name="Picture 11">
                <a:extLst>
                  <a:ext uri="{FF2B5EF4-FFF2-40B4-BE49-F238E27FC236}">
                    <a16:creationId xmlns:a16="http://schemas.microsoft.com/office/drawing/2014/main" id="{990685AC-F68D-CB76-5BA8-0D1AC98D37D0}"/>
                  </a:ext>
                </a:extLst>
              </p:cNvPr>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a:off x="-1857928" y="4366913"/>
                <a:ext cx="1070142" cy="697456"/>
              </a:xfrm>
              <a:prstGeom prst="rect">
                <a:avLst/>
              </a:prstGeom>
            </p:spPr>
          </p:pic>
          <p:sp>
            <p:nvSpPr>
              <p:cNvPr id="13" name="Rectangle: Rounded Corners 12">
                <a:extLst>
                  <a:ext uri="{FF2B5EF4-FFF2-40B4-BE49-F238E27FC236}">
                    <a16:creationId xmlns:a16="http://schemas.microsoft.com/office/drawing/2014/main" id="{E2000C15-E73B-7888-43BF-088D6DAB147E}"/>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sp>
        <p:nvSpPr>
          <p:cNvPr id="10" name="TextBox 9">
            <a:extLst>
              <a:ext uri="{FF2B5EF4-FFF2-40B4-BE49-F238E27FC236}">
                <a16:creationId xmlns:a16="http://schemas.microsoft.com/office/drawing/2014/main" id="{F86C6766-A78C-F52C-2FEB-8F3F379B25FB}"/>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774414092"/>
      </p:ext>
    </p:extLst>
  </p:cSld>
  <p:clrMap bg1="lt1" tx1="dk1" bg2="lt2" tx2="dk2" accent1="accent1" accent2="accent2" accent3="accent3" accent4="accent4" accent5="accent5" accent6="accent6" hlink="hlink" folHlink="folHlink"/>
  <p:sldLayoutIdLst>
    <p:sldLayoutId id="2147483689" r:id="rId1"/>
    <p:sldLayoutId id="2147484088" r:id="rId2"/>
    <p:sldLayoutId id="2147483685" r:id="rId3"/>
    <p:sldLayoutId id="2147483694" r:id="rId4"/>
    <p:sldLayoutId id="2147483696" r:id="rId5"/>
    <p:sldLayoutId id="2147483697" r:id="rId6"/>
    <p:sldLayoutId id="2147483662" r:id="rId7"/>
    <p:sldLayoutId id="2147483966" r:id="rId8"/>
    <p:sldLayoutId id="2147483664" r:id="rId9"/>
    <p:sldLayoutId id="2147483967" r:id="rId10"/>
    <p:sldLayoutId id="2147483841" r:id="rId11"/>
    <p:sldLayoutId id="2147484099" r:id="rId12"/>
    <p:sldLayoutId id="2147483667" r:id="rId13"/>
    <p:sldLayoutId id="2147483978" r:id="rId14"/>
    <p:sldLayoutId id="2147483833" r:id="rId15"/>
    <p:sldLayoutId id="2147483835" r:id="rId16"/>
    <p:sldLayoutId id="2147484109" r:id="rId17"/>
    <p:sldLayoutId id="2147483836" r:id="rId18"/>
    <p:sldLayoutId id="2147484110" r:id="rId19"/>
    <p:sldLayoutId id="2147484111" r:id="rId20"/>
    <p:sldLayoutId id="2147484105" r:id="rId21"/>
    <p:sldLayoutId id="2147483842" r:id="rId22"/>
    <p:sldLayoutId id="2147484106" r:id="rId23"/>
    <p:sldLayoutId id="2147484087" r:id="rId24"/>
  </p:sldLayoutIdLst>
  <p:transition>
    <p:fade/>
  </p:transition>
  <p:hf hdr="0" dt="0"/>
  <p:txStyles>
    <p:titleStyle>
      <a:lvl1pPr algn="l" defTabSz="914446" rtl="0" eaLnBrk="1" latinLnBrk="0" hangingPunct="1">
        <a:lnSpc>
          <a:spcPct val="90000"/>
        </a:lnSpc>
        <a:spcBef>
          <a:spcPct val="0"/>
        </a:spcBef>
        <a:buNone/>
        <a:defRPr sz="2650" b="0" kern="1200">
          <a:solidFill>
            <a:schemeClr val="tx1"/>
          </a:solidFill>
          <a:latin typeface="+mj-lt"/>
          <a:ea typeface="+mj-ea"/>
          <a:cs typeface="+mj-cs"/>
        </a:defRPr>
      </a:lvl1pPr>
    </p:titleStyle>
    <p:bodyStyle>
      <a:lvl1pPr marL="0" indent="0" algn="l" defTabSz="914446" rtl="0" eaLnBrk="1" latinLnBrk="0" hangingPunct="1">
        <a:lnSpc>
          <a:spcPct val="120000"/>
        </a:lnSpc>
        <a:spcBef>
          <a:spcPts val="0"/>
        </a:spcBef>
        <a:spcAft>
          <a:spcPts val="400"/>
        </a:spcAft>
        <a:buClr>
          <a:schemeClr val="accent1"/>
        </a:buClr>
        <a:buSzPct val="115000"/>
        <a:buFont typeface="Sora-SIA" pitchFamily="2" charset="0"/>
        <a:buNone/>
        <a:defRPr sz="1600" kern="1200">
          <a:solidFill>
            <a:schemeClr val="tx1"/>
          </a:solidFill>
          <a:latin typeface="+mn-lt"/>
          <a:ea typeface="+mn-ea"/>
          <a:cs typeface="+mn-cs"/>
        </a:defRPr>
      </a:lvl1pPr>
      <a:lvl2pPr marL="228611" indent="-228611"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29"/>
              </a:ext>
            </a:extLst>
          </a:blip>
        </a:buBlip>
        <a:defRPr sz="1600" kern="1200">
          <a:solidFill>
            <a:schemeClr val="tx1"/>
          </a:solidFill>
          <a:latin typeface="+mn-lt"/>
          <a:ea typeface="+mn-ea"/>
          <a:cs typeface="+mn-cs"/>
        </a:defRPr>
      </a:lvl2pPr>
      <a:lvl3pPr marL="457223" indent="-227025" algn="l" defTabSz="914446" rtl="0" eaLnBrk="1" latinLnBrk="0" hangingPunct="1">
        <a:lnSpc>
          <a:spcPct val="120000"/>
        </a:lnSpc>
        <a:spcBef>
          <a:spcPts val="0"/>
        </a:spcBef>
        <a:spcAft>
          <a:spcPts val="400"/>
        </a:spcAft>
        <a:buSzPct val="80000"/>
        <a:buFont typeface="Wingdings" panose="05000000000000000000" pitchFamily="2" charset="2"/>
        <a:buChar char="§"/>
        <a:defRPr sz="1600" kern="1200">
          <a:solidFill>
            <a:schemeClr val="tx1"/>
          </a:solidFill>
          <a:latin typeface="+mn-lt"/>
          <a:ea typeface="+mn-ea"/>
          <a:cs typeface="+mn-cs"/>
        </a:defRPr>
      </a:lvl3pPr>
      <a:lvl4pPr marL="742987" indent="-227025" algn="l" defTabSz="914446" rtl="0" eaLnBrk="1" latinLnBrk="0" hangingPunct="1">
        <a:lnSpc>
          <a:spcPct val="120000"/>
        </a:lnSpc>
        <a:spcBef>
          <a:spcPts val="0"/>
        </a:spcBef>
        <a:spcAft>
          <a:spcPts val="400"/>
        </a:spcAft>
        <a:buSzPct val="120000"/>
        <a:buFont typeface="Sora-SIA" pitchFamily="2" charset="0"/>
        <a:buChar char="̵"/>
        <a:defRPr sz="1600" kern="1200">
          <a:solidFill>
            <a:schemeClr val="tx1"/>
          </a:solidFill>
          <a:latin typeface="+mn-lt"/>
          <a:ea typeface="+mn-ea"/>
          <a:cs typeface="+mn-cs"/>
        </a:defRPr>
      </a:lvl4pPr>
      <a:lvl5pPr marL="971599" indent="-231787" algn="l" defTabSz="914446" rtl="0" eaLnBrk="1" latinLnBrk="0" hangingPunct="1">
        <a:lnSpc>
          <a:spcPct val="120000"/>
        </a:lnSpc>
        <a:spcBef>
          <a:spcPts val="0"/>
        </a:spcBef>
        <a:spcAft>
          <a:spcPts val="400"/>
        </a:spcAft>
        <a:buSzPct val="85000"/>
        <a:buFont typeface="Arial" panose="020B0604020202020204" pitchFamily="34" charset="0"/>
        <a:buChar char="•"/>
        <a:defRPr sz="16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userDrawn="1">
          <p15:clr>
            <a:srgbClr val="F26B43"/>
          </p15:clr>
        </p15:guide>
        <p15:guide id="22" pos="7680" userDrawn="1">
          <p15:clr>
            <a:srgbClr val="F26B43"/>
          </p15:clr>
        </p15:guide>
        <p15:guide id="23" pos="270" userDrawn="1">
          <p15:clr>
            <a:srgbClr val="F26B43"/>
          </p15:clr>
        </p15:guide>
        <p15:guide id="24" pos="1335" userDrawn="1">
          <p15:clr>
            <a:srgbClr val="F26B43"/>
          </p15:clr>
        </p15:guide>
        <p15:guide id="25" pos="1485" userDrawn="1">
          <p15:clr>
            <a:srgbClr val="F26B43"/>
          </p15:clr>
        </p15:guide>
        <p15:guide id="26" pos="2550" userDrawn="1">
          <p15:clr>
            <a:srgbClr val="F26B43"/>
          </p15:clr>
        </p15:guide>
        <p15:guide id="27" pos="2700" userDrawn="1">
          <p15:clr>
            <a:srgbClr val="F26B43"/>
          </p15:clr>
        </p15:guide>
        <p15:guide id="28" pos="3765" userDrawn="1">
          <p15:clr>
            <a:srgbClr val="F26B43"/>
          </p15:clr>
        </p15:guide>
        <p15:guide id="29" pos="3914" userDrawn="1">
          <p15:clr>
            <a:srgbClr val="F26B43"/>
          </p15:clr>
        </p15:guide>
        <p15:guide id="30" pos="4979" userDrawn="1">
          <p15:clr>
            <a:srgbClr val="F26B43"/>
          </p15:clr>
        </p15:guide>
        <p15:guide id="31" pos="5129" userDrawn="1">
          <p15:clr>
            <a:srgbClr val="F26B43"/>
          </p15:clr>
        </p15:guide>
        <p15:guide id="32" pos="6194" userDrawn="1">
          <p15:clr>
            <a:srgbClr val="F26B43"/>
          </p15:clr>
        </p15:guide>
        <p15:guide id="33" pos="6344" userDrawn="1">
          <p15:clr>
            <a:srgbClr val="F26B43"/>
          </p15:clr>
        </p15:guide>
        <p15:guide id="34" pos="7409" userDrawn="1">
          <p15:clr>
            <a:srgbClr val="F26B43"/>
          </p15:clr>
        </p15:guide>
        <p15:guide id="35" orient="horz" userDrawn="1">
          <p15:clr>
            <a:srgbClr val="F26B43"/>
          </p15:clr>
        </p15:guide>
        <p15:guide id="36" orient="horz" pos="4320" userDrawn="1">
          <p15:clr>
            <a:srgbClr val="F26B43"/>
          </p15:clr>
        </p15:guide>
        <p15:guide id="37" orient="horz" pos="322" userDrawn="1">
          <p15:clr>
            <a:srgbClr val="F26B43"/>
          </p15:clr>
        </p15:guide>
        <p15:guide id="38" orient="horz" pos="4080" userDrawn="1">
          <p15:clr>
            <a:srgbClr val="F26B43"/>
          </p15:clr>
        </p15:guide>
        <p15:guide id="39" orient="horz" pos="720" userDrawn="1">
          <p15:clr>
            <a:srgbClr val="F26B43"/>
          </p15:clr>
        </p15:guide>
        <p15:guide id="40" orient="horz" pos="960" userDrawn="1">
          <p15:clr>
            <a:srgbClr val="F26B43"/>
          </p15:clr>
        </p15:guide>
        <p15:guide id="41" orient="horz" pos="1320" userDrawn="1">
          <p15:clr>
            <a:srgbClr val="F26B43"/>
          </p15:clr>
        </p15:guide>
        <p15:guide id="42" orient="horz" pos="1272" userDrawn="1">
          <p15:clr>
            <a:srgbClr val="F26B43"/>
          </p15:clr>
        </p15:guide>
        <p15:guide id="43" pos="1944" userDrawn="1">
          <p15:clr>
            <a:srgbClr val="F26B43"/>
          </p15:clr>
        </p15:guide>
        <p15:guide id="44" pos="2088" userDrawn="1">
          <p15:clr>
            <a:srgbClr val="F26B43"/>
          </p15:clr>
        </p15:guide>
        <p15:guide id="45" pos="5597" userDrawn="1">
          <p15:clr>
            <a:srgbClr val="F26B43"/>
          </p15:clr>
        </p15:guide>
        <p15:guide id="46" pos="5741" userDrawn="1">
          <p15:clr>
            <a:srgbClr val="F26B43"/>
          </p15:clr>
        </p15:guide>
        <p15:guide id="47" pos="3840" userDrawn="1">
          <p15:clr>
            <a:srgbClr val="F26B43"/>
          </p15:clr>
        </p15:guide>
        <p15:guide id="48" orient="horz" pos="272" userDrawn="1">
          <p15:clr>
            <a:srgbClr val="F26B43"/>
          </p15:clr>
        </p15:guide>
        <p15:guide id="49" pos="504" userDrawn="1">
          <p15:clr>
            <a:srgbClr val="F26B43"/>
          </p15:clr>
        </p15:guide>
        <p15:guide id="50" pos="74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6" y="874395"/>
            <a:ext cx="11333163" cy="649605"/>
          </a:xfrm>
          <a:prstGeom prst="rect">
            <a:avLst/>
          </a:prstGeom>
        </p:spPr>
        <p:txBody>
          <a:bodyPr vert="horz" lIns="0" tIns="0" rIns="0" bIns="0" rtlCol="0" anchor="t" anchorCtr="0">
            <a:noAutofit/>
          </a:bodyPr>
          <a:lstStyle/>
          <a:p>
            <a:r>
              <a:rPr lang="en-US"/>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30196" y="2019301"/>
            <a:ext cx="11333163" cy="4449973"/>
          </a:xfrm>
          <a:prstGeom prst="rect">
            <a:avLst/>
          </a:prstGeom>
        </p:spPr>
        <p:txBody>
          <a:bodyPr vert="horz" lIns="0" tIns="0" rIns="0" bIns="0" rtlCol="0">
            <a:noAutofit/>
          </a:bodyPr>
          <a:lstStyle/>
          <a:p>
            <a:pPr lvl="0"/>
            <a:r>
              <a:rPr lang="en-US" dirty="0"/>
              <a:t>Intro text, click to edit Master text styles</a:t>
            </a:r>
          </a:p>
          <a:p>
            <a:pPr lvl="1"/>
            <a:r>
              <a:rPr lang="en-US" dirty="0"/>
              <a:t>Sub-title </a:t>
            </a:r>
            <a:r>
              <a:rPr lang="en-US" spc="-100" dirty="0">
                <a:sym typeface="Wingdings 3" panose="05040102010807070707" pitchFamily="18" charset="2"/>
              </a:rPr>
              <a:t></a:t>
            </a:r>
            <a:endParaRPr lang="en-US" dirty="0"/>
          </a:p>
          <a:p>
            <a:pPr lvl="2"/>
            <a:r>
              <a:rPr lang="en-US" dirty="0"/>
              <a:t>Body text </a:t>
            </a:r>
            <a:r>
              <a:rPr lang="en-US" spc="-100" dirty="0">
                <a:sym typeface="Wingdings 3" panose="05040102010807070707" pitchFamily="18" charset="2"/>
              </a:rPr>
              <a:t></a:t>
            </a:r>
            <a:endParaRPr lang="en-US" dirty="0"/>
          </a:p>
          <a:p>
            <a:pPr lvl="3"/>
            <a:r>
              <a:rPr lang="en-US" dirty="0"/>
              <a:t>First level bullet </a:t>
            </a:r>
            <a:r>
              <a:rPr lang="en-US" spc="-100" dirty="0">
                <a:sym typeface="Wingdings 3" panose="05040102010807070707" pitchFamily="18" charset="2"/>
              </a:rPr>
              <a:t></a:t>
            </a:r>
            <a:endParaRPr lang="en-US" dirty="0"/>
          </a:p>
          <a:p>
            <a:pPr lvl="4"/>
            <a:r>
              <a:rPr lang="en-US" dirty="0"/>
              <a:t>Second level bullet </a:t>
            </a:r>
            <a:r>
              <a:rPr lang="en-US" spc="-100" dirty="0">
                <a:sym typeface="Wingdings 3" panose="05040102010807070707" pitchFamily="18" charset="2"/>
              </a:rPr>
              <a:t></a:t>
            </a:r>
            <a:endParaRPr lang="en-US" dirty="0"/>
          </a:p>
          <a:p>
            <a:pPr lvl="5"/>
            <a:r>
              <a:rPr lang="en-US" dirty="0"/>
              <a:t>Third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9"/>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6" y="226993"/>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a:p>
        </p:txBody>
      </p:sp>
      <p:cxnSp>
        <p:nvCxnSpPr>
          <p:cNvPr id="8" name="Straight Connector 7">
            <a:extLst>
              <a:ext uri="{FF2B5EF4-FFF2-40B4-BE49-F238E27FC236}">
                <a16:creationId xmlns:a16="http://schemas.microsoft.com/office/drawing/2014/main" id="{FC327679-027D-8DC1-F2A8-CA7E9E28F8D8}"/>
              </a:ext>
            </a:extLst>
          </p:cNvPr>
          <p:cNvCxnSpPr>
            <a:cxnSpLocks/>
          </p:cNvCxnSpPr>
          <p:nvPr userDrawn="1"/>
        </p:nvCxnSpPr>
        <p:spPr>
          <a:xfrm flipH="1">
            <a:off x="804864" y="-7937"/>
            <a:ext cx="253205" cy="519113"/>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2C2130D9-F898-EA7C-CF26-470D994974B6}"/>
              </a:ext>
            </a:extLst>
          </p:cNvPr>
          <p:cNvGrpSpPr/>
          <p:nvPr userDrawn="1"/>
        </p:nvGrpSpPr>
        <p:grpSpPr>
          <a:xfrm>
            <a:off x="-1942887" y="824973"/>
            <a:ext cx="1809017" cy="5003036"/>
            <a:chOff x="-1942887" y="824973"/>
            <a:chExt cx="1809017" cy="5003036"/>
          </a:xfrm>
        </p:grpSpPr>
        <p:grpSp>
          <p:nvGrpSpPr>
            <p:cNvPr id="7" name="Group 6">
              <a:extLst>
                <a:ext uri="{FF2B5EF4-FFF2-40B4-BE49-F238E27FC236}">
                  <a16:creationId xmlns:a16="http://schemas.microsoft.com/office/drawing/2014/main" id="{5A2A0F01-B9FC-5A76-66AB-B035DBDB1CE2}"/>
                </a:ext>
              </a:extLst>
            </p:cNvPr>
            <p:cNvGrpSpPr/>
            <p:nvPr userDrawn="1"/>
          </p:nvGrpSpPr>
          <p:grpSpPr>
            <a:xfrm>
              <a:off x="-1942887" y="824973"/>
              <a:ext cx="1809017" cy="5003036"/>
              <a:chOff x="-1942887" y="824973"/>
              <a:chExt cx="1809017" cy="5003036"/>
            </a:xfrm>
          </p:grpSpPr>
          <p:sp>
            <p:nvSpPr>
              <p:cNvPr id="12" name="TextBox 11">
                <a:extLst>
                  <a:ext uri="{FF2B5EF4-FFF2-40B4-BE49-F238E27FC236}">
                    <a16:creationId xmlns:a16="http://schemas.microsoft.com/office/drawing/2014/main" id="{A271A853-D9A9-5BBF-BEE0-D9943C27149D}"/>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a:solidFill>
                      <a:srgbClr val="FF0000"/>
                    </a:solidFill>
                  </a:rPr>
                  <a:t>Using style sheets</a:t>
                </a:r>
              </a:p>
              <a:p>
                <a:pPr>
                  <a:lnSpc>
                    <a:spcPct val="110000"/>
                  </a:lnSpc>
                  <a:spcAft>
                    <a:spcPts val="400"/>
                  </a:spcAft>
                </a:pPr>
                <a:r>
                  <a:rPr lang="en-US" sz="800"/>
                  <a:t>Change style by clicking </a:t>
                </a:r>
                <a:r>
                  <a:rPr lang="en-US" sz="800" b="1"/>
                  <a:t>“</a:t>
                </a:r>
                <a:r>
                  <a:rPr lang="en-US" sz="800" b="1" i="0"/>
                  <a:t>Increase List Level” </a:t>
                </a:r>
                <a:r>
                  <a:rPr lang="en-US" sz="800"/>
                  <a:t>button by number of times indicated by </a:t>
                </a:r>
                <a:r>
                  <a:rPr lang="en-US" sz="800">
                    <a:sym typeface="Wingdings 3" panose="05040102010807070707" pitchFamily="18" charset="2"/>
                  </a:rPr>
                  <a:t>.  </a:t>
                </a:r>
                <a:r>
                  <a:rPr lang="en-US" sz="800" b="1">
                    <a:sym typeface="Wingdings 3" panose="05040102010807070707" pitchFamily="18" charset="2"/>
                  </a:rPr>
                  <a:t>“</a:t>
                </a:r>
                <a:r>
                  <a:rPr lang="en-US" sz="800" b="1" i="0">
                    <a:sym typeface="Wingdings 3" panose="05040102010807070707" pitchFamily="18" charset="2"/>
                  </a:rPr>
                  <a:t>Decrease List Level”</a:t>
                </a:r>
                <a:r>
                  <a:rPr lang="en-US" sz="800">
                    <a:sym typeface="Wingdings 3" panose="05040102010807070707" pitchFamily="18" charset="2"/>
                  </a:rPr>
                  <a:t> moves back in styles. </a:t>
                </a:r>
              </a:p>
              <a:p>
                <a:pPr>
                  <a:lnSpc>
                    <a:spcPct val="110000"/>
                  </a:lnSpc>
                  <a:spcAft>
                    <a:spcPts val="400"/>
                  </a:spcAft>
                </a:pPr>
                <a:r>
                  <a:rPr lang="en-US" sz="800">
                    <a:sym typeface="Wingdings 3" panose="05040102010807070707" pitchFamily="18" charset="2"/>
                  </a:rPr>
                  <a:t>List level is in </a:t>
                </a:r>
                <a:r>
                  <a:rPr lang="en-US" sz="800" b="1">
                    <a:sym typeface="Wingdings 3" panose="05040102010807070707" pitchFamily="18" charset="2"/>
                  </a:rPr>
                  <a:t>Home Ribbon &gt;</a:t>
                </a:r>
                <a:r>
                  <a:rPr lang="en-US" sz="800">
                    <a:sym typeface="Wingdings 3" panose="05040102010807070707" pitchFamily="18" charset="2"/>
                  </a:rPr>
                  <a:t> </a:t>
                </a:r>
                <a:r>
                  <a:rPr lang="en-US" sz="800" b="1">
                    <a:sym typeface="Wingdings 3" panose="05040102010807070707" pitchFamily="18" charset="2"/>
                  </a:rPr>
                  <a:t>Paragraph</a:t>
                </a:r>
                <a:r>
                  <a:rPr lang="en-US" sz="800">
                    <a:sym typeface="Wingdings 3" panose="05040102010807070707" pitchFamily="18" charset="2"/>
                  </a:rPr>
                  <a:t>.</a:t>
                </a:r>
              </a:p>
              <a:p>
                <a:pPr>
                  <a:lnSpc>
                    <a:spcPct val="110000"/>
                  </a:lnSpc>
                  <a:spcAft>
                    <a:spcPts val="0"/>
                  </a:spcAft>
                </a:pPr>
                <a:endParaRPr lang="en-US" sz="800">
                  <a:sym typeface="Wingdings 3" panose="05040102010807070707" pitchFamily="18" charset="2"/>
                </a:endParaRPr>
              </a:p>
              <a:p>
                <a:pPr>
                  <a:lnSpc>
                    <a:spcPct val="110000"/>
                  </a:lnSpc>
                  <a:spcAft>
                    <a:spcPts val="0"/>
                  </a:spcAf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pPr>
                <a:r>
                  <a:rPr lang="en-US" sz="800">
                    <a:sym typeface="Wingdings 3" panose="05040102010807070707" pitchFamily="18" charset="2"/>
                  </a:rPr>
                  <a:t>You can also select a line and </a:t>
                </a:r>
                <a:r>
                  <a:rPr lang="en-US" sz="800" b="1" i="0">
                    <a:sym typeface="Wingdings 3" panose="05040102010807070707" pitchFamily="18" charset="2"/>
                  </a:rPr>
                  <a:t>Tab</a:t>
                </a:r>
                <a:r>
                  <a:rPr lang="en-US" sz="800">
                    <a:sym typeface="Wingdings 3" panose="05040102010807070707" pitchFamily="18" charset="2"/>
                  </a:rPr>
                  <a:t> [increase] or </a:t>
                </a:r>
                <a:r>
                  <a:rPr lang="en-US" sz="800" b="1">
                    <a:sym typeface="Wingdings 3" panose="05040102010807070707" pitchFamily="18" charset="2"/>
                  </a:rPr>
                  <a:t>Shift Tab </a:t>
                </a:r>
                <a:r>
                  <a:rPr lang="en-US" sz="800">
                    <a:sym typeface="Wingdings 3" panose="05040102010807070707" pitchFamily="18" charset="2"/>
                  </a:rPr>
                  <a:t>[decrease]</a:t>
                </a:r>
              </a:p>
              <a:p>
                <a:pPr>
                  <a:lnSpc>
                    <a:spcPct val="110000"/>
                  </a:lnSpc>
                  <a:spcAft>
                    <a:spcPts val="400"/>
                  </a:spcAft>
                  <a:tabLst>
                    <a:tab pos="458811" algn="l"/>
                  </a:tabLst>
                </a:pPr>
                <a:r>
                  <a:rPr lang="en-US" sz="800">
                    <a:sym typeface="Wingdings 3" panose="05040102010807070707" pitchFamily="18" charset="2"/>
                  </a:rPr>
                  <a:t> Click once</a:t>
                </a:r>
              </a:p>
              <a:p>
                <a:pPr>
                  <a:lnSpc>
                    <a:spcPct val="110000"/>
                  </a:lnSpc>
                  <a:spcAft>
                    <a:spcPts val="400"/>
                  </a:spcAft>
                  <a:tabLst>
                    <a:tab pos="458811" algn="l"/>
                  </a:tabLst>
                </a:pPr>
                <a:r>
                  <a:rPr lang="en-US" sz="800" spc="-100">
                    <a:sym typeface="Wingdings 3" panose="05040102010807070707" pitchFamily="18" charset="2"/>
                  </a:rPr>
                  <a:t>   </a:t>
                </a:r>
                <a:r>
                  <a:rPr lang="en-US" sz="800">
                    <a:sym typeface="Wingdings 3" panose="05040102010807070707" pitchFamily="18" charset="2"/>
                  </a:rPr>
                  <a:t>Click twice</a:t>
                </a:r>
              </a:p>
              <a:p>
                <a:pPr>
                  <a:lnSpc>
                    <a:spcPct val="110000"/>
                  </a:lnSpc>
                  <a:spcAft>
                    <a:spcPts val="400"/>
                  </a:spcAft>
                  <a:tabLst>
                    <a:tab pos="458811" algn="l"/>
                  </a:tabLst>
                </a:pPr>
                <a:r>
                  <a:rPr lang="en-US" sz="800" spc="-100">
                    <a:sym typeface="Wingdings 3" panose="05040102010807070707" pitchFamily="18" charset="2"/>
                  </a:rPr>
                  <a:t>    </a:t>
                </a:r>
                <a:r>
                  <a:rPr lang="en-US" sz="800">
                    <a:sym typeface="Wingdings 3" panose="05040102010807070707" pitchFamily="18" charset="2"/>
                  </a:rPr>
                  <a:t>Click three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a:t>
                </a:r>
                <a:r>
                  <a:rPr lang="en-US" sz="800">
                    <a:sym typeface="Wingdings 3" panose="05040102010807070707" pitchFamily="18" charset="2"/>
                  </a:rPr>
                  <a:t>Click four times</a:t>
                </a:r>
              </a:p>
              <a:p>
                <a:pPr marL="0" marR="0" lvl="0" indent="0" algn="l" defTabSz="914446" rtl="0" eaLnBrk="1" fontAlgn="auto" latinLnBrk="0" hangingPunct="1">
                  <a:lnSpc>
                    <a:spcPct val="110000"/>
                  </a:lnSpc>
                  <a:spcBef>
                    <a:spcPts val="0"/>
                  </a:spcBef>
                  <a:spcAft>
                    <a:spcPts val="400"/>
                  </a:spcAft>
                  <a:buClrTx/>
                  <a:buSzTx/>
                  <a:buFont typeface="Wingdings 3" panose="05040102010807070707" pitchFamily="18" charset="2"/>
                  <a:buNone/>
                  <a:tabLst>
                    <a:tab pos="458811" algn="l"/>
                  </a:tabLst>
                  <a:defRPr/>
                </a:pPr>
                <a:r>
                  <a:rPr lang="en-US" sz="800" spc="-100">
                    <a:sym typeface="Wingdings 3" panose="05040102010807070707" pitchFamily="18" charset="2"/>
                  </a:rPr>
                  <a:t>      </a:t>
                </a:r>
                <a:r>
                  <a:rPr lang="en-US" sz="800">
                    <a:sym typeface="Wingdings 3" panose="05040102010807070707" pitchFamily="18" charset="2"/>
                  </a:rPr>
                  <a:t>Click five times</a:t>
                </a:r>
              </a:p>
              <a:p>
                <a:pPr>
                  <a:lnSpc>
                    <a:spcPct val="110000"/>
                  </a:lnSpc>
                  <a:spcAft>
                    <a:spcPts val="400"/>
                  </a:spcAft>
                  <a:tabLst>
                    <a:tab pos="458811" algn="l"/>
                  </a:tabLst>
                </a:pPr>
                <a:r>
                  <a:rPr lang="en-US" sz="800" b="1">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endParaRPr lang="en-US" sz="800">
                  <a:sym typeface="Wingdings 3" panose="05040102010807070707" pitchFamily="18" charset="2"/>
                </a:endParaRPr>
              </a:p>
              <a:p>
                <a:pPr>
                  <a:lnSpc>
                    <a:spcPct val="110000"/>
                  </a:lnSpc>
                  <a:spcAft>
                    <a:spcPts val="400"/>
                  </a:spcAft>
                  <a:tabLst>
                    <a:tab pos="458811" algn="l"/>
                  </a:tabLst>
                </a:pPr>
                <a:br>
                  <a:rPr lang="en-US" sz="800">
                    <a:sym typeface="Wingdings 3" panose="05040102010807070707" pitchFamily="18" charset="2"/>
                  </a:rPr>
                </a:br>
                <a:endParaRPr lang="en-US" sz="800">
                  <a:sym typeface="Wingdings 3" panose="05040102010807070707" pitchFamily="18" charset="2"/>
                </a:endParaRPr>
              </a:p>
              <a:p>
                <a:pPr>
                  <a:lnSpc>
                    <a:spcPct val="110000"/>
                  </a:lnSpc>
                  <a:spcAft>
                    <a:spcPts val="400"/>
                  </a:spcAft>
                  <a:tabLst>
                    <a:tab pos="458811" algn="l"/>
                  </a:tabLst>
                </a:pPr>
                <a:r>
                  <a:rPr lang="en-US" sz="800">
                    <a:sym typeface="Wingdings 3" panose="05040102010807070707" pitchFamily="18" charset="2"/>
                  </a:rPr>
                  <a:t>Space between paragraphs is specific to each style. </a:t>
                </a:r>
                <a:r>
                  <a:rPr lang="en-US" sz="800" b="1">
                    <a:sym typeface="Wingdings 3" panose="05040102010807070707" pitchFamily="18" charset="2"/>
                  </a:rPr>
                  <a:t>Please do not add space with returns</a:t>
                </a:r>
                <a:r>
                  <a:rPr lang="en-US" sz="800">
                    <a:sym typeface="Wingdings 3" panose="05040102010807070707" pitchFamily="18" charset="2"/>
                  </a:rPr>
                  <a:t>.</a:t>
                </a:r>
                <a:endParaRPr lang="en-US" sz="800"/>
              </a:p>
            </p:txBody>
          </p:sp>
          <p:grpSp>
            <p:nvGrpSpPr>
              <p:cNvPr id="13" name="Group 12">
                <a:extLst>
                  <a:ext uri="{FF2B5EF4-FFF2-40B4-BE49-F238E27FC236}">
                    <a16:creationId xmlns:a16="http://schemas.microsoft.com/office/drawing/2014/main" id="{4499E680-1A1A-51C8-A453-CA5CBDC5B32E}"/>
                  </a:ext>
                </a:extLst>
              </p:cNvPr>
              <p:cNvGrpSpPr/>
              <p:nvPr userDrawn="1"/>
            </p:nvGrpSpPr>
            <p:grpSpPr>
              <a:xfrm>
                <a:off x="-1902926" y="2096267"/>
                <a:ext cx="1568112" cy="292115"/>
                <a:chOff x="-1912002" y="1751379"/>
                <a:chExt cx="1568112" cy="292115"/>
              </a:xfrm>
            </p:grpSpPr>
            <p:sp>
              <p:nvSpPr>
                <p:cNvPr id="14" name="TextBox 13">
                  <a:extLst>
                    <a:ext uri="{FF2B5EF4-FFF2-40B4-BE49-F238E27FC236}">
                      <a16:creationId xmlns:a16="http://schemas.microsoft.com/office/drawing/2014/main" id="{967CF9AC-7FDD-45ED-9813-48F6D391649A}"/>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a:ln>
                        <a:noFill/>
                      </a:ln>
                      <a:solidFill>
                        <a:srgbClr val="0A151E"/>
                      </a:solidFill>
                      <a:effectLst/>
                      <a:uLnTx/>
                      <a:uFillTx/>
                      <a:latin typeface="Sora-SIA"/>
                      <a:ea typeface="+mn-ea"/>
                      <a:cs typeface="+mn-cs"/>
                    </a:rPr>
                    <a:t>Decrease</a:t>
                  </a:r>
                  <a:endParaRPr lang="en-US" sz="600" b="1"/>
                </a:p>
              </p:txBody>
            </p:sp>
            <p:sp>
              <p:nvSpPr>
                <p:cNvPr id="15" name="TextBox 14">
                  <a:extLst>
                    <a:ext uri="{FF2B5EF4-FFF2-40B4-BE49-F238E27FC236}">
                      <a16:creationId xmlns:a16="http://schemas.microsoft.com/office/drawing/2014/main" id="{8DC8E6F5-6F83-E5BD-2C2E-8BB7A2FDE789}"/>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a:ln>
                        <a:noFill/>
                      </a:ln>
                      <a:solidFill>
                        <a:srgbClr val="0A151E"/>
                      </a:solidFill>
                      <a:effectLst/>
                      <a:uLnTx/>
                      <a:uFillTx/>
                      <a:latin typeface="Sora-SIA"/>
                      <a:ea typeface="+mn-ea"/>
                      <a:cs typeface="+mn-cs"/>
                    </a:rPr>
                    <a:t>Increase</a:t>
                  </a:r>
                  <a:endParaRPr lang="en-US" sz="600" b="1"/>
                </a:p>
              </p:txBody>
            </p:sp>
            <p:grpSp>
              <p:nvGrpSpPr>
                <p:cNvPr id="16" name="Group 15">
                  <a:extLst>
                    <a:ext uri="{FF2B5EF4-FFF2-40B4-BE49-F238E27FC236}">
                      <a16:creationId xmlns:a16="http://schemas.microsoft.com/office/drawing/2014/main" id="{C2E3D3B2-A014-0D76-E1F8-FD5643102D43}"/>
                    </a:ext>
                  </a:extLst>
                </p:cNvPr>
                <p:cNvGrpSpPr/>
                <p:nvPr userDrawn="1"/>
              </p:nvGrpSpPr>
              <p:grpSpPr>
                <a:xfrm>
                  <a:off x="-1422651" y="1751379"/>
                  <a:ext cx="628680" cy="292115"/>
                  <a:chOff x="-1397692" y="1751379"/>
                  <a:chExt cx="628680" cy="292115"/>
                </a:xfrm>
              </p:grpSpPr>
              <p:pic>
                <p:nvPicPr>
                  <p:cNvPr id="29" name="Picture 28">
                    <a:extLst>
                      <a:ext uri="{FF2B5EF4-FFF2-40B4-BE49-F238E27FC236}">
                        <a16:creationId xmlns:a16="http://schemas.microsoft.com/office/drawing/2014/main" id="{EA8B1509-8DB6-F84E-DB19-A155F8BE4CC8}"/>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1397692" y="1751379"/>
                    <a:ext cx="365306" cy="292115"/>
                  </a:xfrm>
                  <a:prstGeom prst="rect">
                    <a:avLst/>
                  </a:prstGeom>
                </p:spPr>
              </p:pic>
              <p:pic>
                <p:nvPicPr>
                  <p:cNvPr id="30" name="Picture 29">
                    <a:extLst>
                      <a:ext uri="{FF2B5EF4-FFF2-40B4-BE49-F238E27FC236}">
                        <a16:creationId xmlns:a16="http://schemas.microsoft.com/office/drawing/2014/main" id="{063532B6-CCBC-BE38-C794-22236F34779D}"/>
                      </a:ext>
                    </a:extLst>
                  </p:cNvPr>
                  <p:cNvPicPr>
                    <a:picLocks noChangeAspect="1"/>
                  </p:cNvPicPr>
                  <p:nvPr userDrawn="1"/>
                </p:nvPicPr>
                <p:blipFill rotWithShape="1">
                  <a:blip r:embed="rId36" cstate="screen">
                    <a:extLst>
                      <a:ext uri="{28A0092B-C50C-407E-A947-70E740481C1C}">
                        <a14:useLocalDpi xmlns:a14="http://schemas.microsoft.com/office/drawing/2010/main"/>
                      </a:ext>
                    </a:extLst>
                  </a:blip>
                  <a:srcRect/>
                  <a:stretch/>
                </p:blipFill>
                <p:spPr>
                  <a:xfrm>
                    <a:off x="-1057347" y="1751379"/>
                    <a:ext cx="288335" cy="292115"/>
                  </a:xfrm>
                  <a:prstGeom prst="rect">
                    <a:avLst/>
                  </a:prstGeom>
                </p:spPr>
              </p:pic>
            </p:grpSp>
          </p:grpSp>
        </p:grpSp>
        <p:grpSp>
          <p:nvGrpSpPr>
            <p:cNvPr id="9" name="Group 8">
              <a:extLst>
                <a:ext uri="{FF2B5EF4-FFF2-40B4-BE49-F238E27FC236}">
                  <a16:creationId xmlns:a16="http://schemas.microsoft.com/office/drawing/2014/main" id="{42F673FA-7246-7DE9-65A7-56A31DFB8260}"/>
                </a:ext>
              </a:extLst>
            </p:cNvPr>
            <p:cNvGrpSpPr/>
            <p:nvPr userDrawn="1"/>
          </p:nvGrpSpPr>
          <p:grpSpPr>
            <a:xfrm>
              <a:off x="-1845679" y="4502985"/>
              <a:ext cx="1070142" cy="697456"/>
              <a:chOff x="-1857928" y="4366913"/>
              <a:chExt cx="1070142" cy="697456"/>
            </a:xfrm>
          </p:grpSpPr>
          <p:pic>
            <p:nvPicPr>
              <p:cNvPr id="10" name="Picture 9">
                <a:extLst>
                  <a:ext uri="{FF2B5EF4-FFF2-40B4-BE49-F238E27FC236}">
                    <a16:creationId xmlns:a16="http://schemas.microsoft.com/office/drawing/2014/main" id="{D128158B-F07D-27E5-FAE5-B252058CDAF5}"/>
                  </a:ext>
                </a:extLst>
              </p:cNvPr>
              <p:cNvPicPr>
                <a:picLocks noChangeAspect="1"/>
              </p:cNvPicPr>
              <p:nvPr userDrawn="1"/>
            </p:nvPicPr>
            <p:blipFill>
              <a:blip r:embed="rId37" cstate="screen">
                <a:extLst>
                  <a:ext uri="{28A0092B-C50C-407E-A947-70E740481C1C}">
                    <a14:useLocalDpi xmlns:a14="http://schemas.microsoft.com/office/drawing/2010/main"/>
                  </a:ext>
                </a:extLst>
              </a:blip>
              <a:stretch>
                <a:fillRect/>
              </a:stretch>
            </p:blipFill>
            <p:spPr>
              <a:xfrm>
                <a:off x="-1857928" y="4366913"/>
                <a:ext cx="1070142" cy="697456"/>
              </a:xfrm>
              <a:prstGeom prst="rect">
                <a:avLst/>
              </a:prstGeom>
            </p:spPr>
          </p:pic>
          <p:sp>
            <p:nvSpPr>
              <p:cNvPr id="11" name="Rectangle: Rounded Corners 10">
                <a:extLst>
                  <a:ext uri="{FF2B5EF4-FFF2-40B4-BE49-F238E27FC236}">
                    <a16:creationId xmlns:a16="http://schemas.microsoft.com/office/drawing/2014/main" id="{1DA87D8D-550D-FE79-C05A-15E054F9E71B}"/>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grpSp>
      </p:grpSp>
      <p:sp>
        <p:nvSpPr>
          <p:cNvPr id="18" name="TextBox 17">
            <a:extLst>
              <a:ext uri="{FF2B5EF4-FFF2-40B4-BE49-F238E27FC236}">
                <a16:creationId xmlns:a16="http://schemas.microsoft.com/office/drawing/2014/main" id="{8ECBBBC8-722E-1B23-3055-167C3D7681D9}"/>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757511164"/>
      </p:ext>
    </p:extLst>
  </p:cSld>
  <p:clrMap bg1="lt1" tx1="dk1" bg2="lt2" tx2="dk2" accent1="accent1" accent2="accent2" accent3="accent3" accent4="accent4" accent5="accent5" accent6="accent6" hlink="hlink" folHlink="folHlink"/>
  <p:sldLayoutIdLst>
    <p:sldLayoutId id="2147483819" r:id="rId1"/>
    <p:sldLayoutId id="2147483968" r:id="rId2"/>
    <p:sldLayoutId id="2147483672" r:id="rId3"/>
    <p:sldLayoutId id="2147483969" r:id="rId4"/>
    <p:sldLayoutId id="2147483675" r:id="rId5"/>
    <p:sldLayoutId id="2147483970" r:id="rId6"/>
    <p:sldLayoutId id="2147483700" r:id="rId7"/>
    <p:sldLayoutId id="2147484089" r:id="rId8"/>
    <p:sldLayoutId id="2147484098" r:id="rId9"/>
    <p:sldLayoutId id="2147484090" r:id="rId10"/>
    <p:sldLayoutId id="2147484091" r:id="rId11"/>
    <p:sldLayoutId id="2147484092" r:id="rId12"/>
    <p:sldLayoutId id="2147484096" r:id="rId13"/>
    <p:sldLayoutId id="2147484112" r:id="rId14"/>
    <p:sldLayoutId id="2147484097" r:id="rId15"/>
    <p:sldLayoutId id="2147484101" r:id="rId16"/>
    <p:sldLayoutId id="2147484094" r:id="rId17"/>
    <p:sldLayoutId id="2147484107" r:id="rId18"/>
    <p:sldLayoutId id="2147484103" r:id="rId19"/>
    <p:sldLayoutId id="2147484095" r:id="rId20"/>
    <p:sldLayoutId id="2147484102" r:id="rId21"/>
    <p:sldLayoutId id="2147483980" r:id="rId22"/>
    <p:sldLayoutId id="2147483981" r:id="rId23"/>
    <p:sldLayoutId id="2147484108" r:id="rId24"/>
    <p:sldLayoutId id="2147483971" r:id="rId25"/>
    <p:sldLayoutId id="2147483972" r:id="rId26"/>
    <p:sldLayoutId id="2147483974" r:id="rId27"/>
    <p:sldLayoutId id="2147483975" r:id="rId28"/>
    <p:sldLayoutId id="2147483976" r:id="rId29"/>
    <p:sldLayoutId id="2147483977" r:id="rId30"/>
    <p:sldLayoutId id="2147483979" r:id="rId31"/>
    <p:sldLayoutId id="2147484104" r:id="rId32"/>
    <p:sldLayoutId id="2147484113" r:id="rId33"/>
  </p:sldLayoutIdLst>
  <p:transition>
    <p:fade/>
  </p:transition>
  <p:hf hdr="0" dt="0"/>
  <p:txStyles>
    <p:titleStyle>
      <a:lvl1pPr algn="l" defTabSz="914446" rtl="0" eaLnBrk="1" latinLnBrk="0" hangingPunct="1">
        <a:lnSpc>
          <a:spcPct val="90000"/>
        </a:lnSpc>
        <a:spcBef>
          <a:spcPct val="0"/>
        </a:spcBef>
        <a:buNone/>
        <a:defRPr sz="2650" kern="1200">
          <a:solidFill>
            <a:schemeClr val="tx1"/>
          </a:solidFill>
          <a:latin typeface="+mj-lt"/>
          <a:ea typeface="+mj-ea"/>
          <a:cs typeface="+mj-cs"/>
        </a:defRPr>
      </a:lvl1pPr>
    </p:titleStyle>
    <p:bodyStyle>
      <a:lvl1pPr marL="0" indent="0" algn="l" defTabSz="914446" rtl="0" eaLnBrk="1" latinLnBrk="0" hangingPunct="1">
        <a:lnSpc>
          <a:spcPct val="120000"/>
        </a:lnSpc>
        <a:spcBef>
          <a:spcPts val="0"/>
        </a:spcBef>
        <a:spcAft>
          <a:spcPts val="400"/>
        </a:spcAft>
        <a:buClr>
          <a:schemeClr val="accent1"/>
        </a:buClr>
        <a:buSzPct val="115000"/>
        <a:buFont typeface="Sora-SIA" pitchFamily="2" charset="0"/>
        <a:buNone/>
        <a:defRPr sz="1200" kern="1200">
          <a:solidFill>
            <a:schemeClr val="accent4"/>
          </a:solidFill>
          <a:latin typeface="+mn-lt"/>
          <a:ea typeface="+mn-ea"/>
          <a:cs typeface="+mn-cs"/>
        </a:defRPr>
      </a:lvl1pPr>
      <a:lvl2pPr marL="0" indent="0" algn="l" defTabSz="914446" rtl="0" eaLnBrk="1" latinLnBrk="0" hangingPunct="1">
        <a:lnSpc>
          <a:spcPct val="120000"/>
        </a:lnSpc>
        <a:spcBef>
          <a:spcPts val="1600"/>
        </a:spcBef>
        <a:spcAft>
          <a:spcPts val="0"/>
        </a:spcAft>
        <a:buFont typeface="Wingdings" panose="05000000000000000000" pitchFamily="2" charset="2"/>
        <a:buNone/>
        <a:defRPr sz="1000" b="0" kern="1200">
          <a:solidFill>
            <a:schemeClr val="tx1"/>
          </a:solidFill>
          <a:latin typeface="Sora-SIA SemiBold" pitchFamily="2" charset="0"/>
          <a:ea typeface="+mn-ea"/>
          <a:cs typeface="Sora-SIA SemiBold" pitchFamily="2" charset="0"/>
        </a:defRPr>
      </a:lvl2pPr>
      <a:lvl3pPr marL="0" indent="0" algn="l" defTabSz="914446" rtl="0" eaLnBrk="1" latinLnBrk="0" hangingPunct="1">
        <a:lnSpc>
          <a:spcPct val="120000"/>
        </a:lnSpc>
        <a:spcBef>
          <a:spcPts val="0"/>
        </a:spcBef>
        <a:spcAft>
          <a:spcPts val="1200"/>
        </a:spcAft>
        <a:buClr>
          <a:schemeClr val="accent1"/>
        </a:buClr>
        <a:buSzPct val="115000"/>
        <a:buFont typeface="Sora-SIA" pitchFamily="2" charset="0"/>
        <a:buNone/>
        <a:defRPr sz="1000" kern="1200">
          <a:solidFill>
            <a:schemeClr val="tx1"/>
          </a:solidFill>
          <a:latin typeface="+mn-lt"/>
          <a:ea typeface="+mn-ea"/>
          <a:cs typeface="+mn-cs"/>
        </a:defRPr>
      </a:lvl3pPr>
      <a:lvl4pPr marL="173047" indent="-173047" algn="l" defTabSz="914446"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38"/>
              </a:ext>
            </a:extLst>
          </a:blip>
        </a:buBlip>
        <a:defRPr sz="1000" kern="1200">
          <a:solidFill>
            <a:schemeClr val="tx1"/>
          </a:solidFill>
          <a:latin typeface="+mn-lt"/>
          <a:ea typeface="+mn-ea"/>
          <a:cs typeface="+mn-cs"/>
        </a:defRPr>
      </a:lvl4pPr>
      <a:lvl5pPr marL="342917" indent="-169872" algn="l" defTabSz="914446" rtl="0" eaLnBrk="1" latinLnBrk="0" hangingPunct="1">
        <a:lnSpc>
          <a:spcPct val="120000"/>
        </a:lnSpc>
        <a:spcBef>
          <a:spcPts val="0"/>
        </a:spcBef>
        <a:spcAft>
          <a:spcPts val="400"/>
        </a:spcAft>
        <a:buSzPct val="80000"/>
        <a:buFont typeface="Wingdings" panose="05000000000000000000" pitchFamily="2" charset="2"/>
        <a:buChar char="§"/>
        <a:defRPr sz="1000" kern="1200">
          <a:solidFill>
            <a:schemeClr val="tx1"/>
          </a:solidFill>
          <a:latin typeface="+mn-lt"/>
          <a:ea typeface="+mn-ea"/>
          <a:cs typeface="+mn-cs"/>
        </a:defRPr>
      </a:lvl5pPr>
      <a:lvl6pPr marL="457223" indent="-114306" algn="l" defTabSz="914446" rtl="0" eaLnBrk="1" latinLnBrk="0" hangingPunct="1">
        <a:lnSpc>
          <a:spcPct val="120000"/>
        </a:lnSpc>
        <a:spcBef>
          <a:spcPts val="0"/>
        </a:spcBef>
        <a:spcAft>
          <a:spcPts val="400"/>
        </a:spcAft>
        <a:buSzPct val="120000"/>
        <a:buFontTx/>
        <a:buChar char="̵"/>
        <a:defRPr sz="10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userDrawn="1">
          <p15:clr>
            <a:srgbClr val="F26B43"/>
          </p15:clr>
        </p15:guide>
        <p15:guide id="22" pos="7680" userDrawn="1">
          <p15:clr>
            <a:srgbClr val="F26B43"/>
          </p15:clr>
        </p15:guide>
        <p15:guide id="23" pos="270" userDrawn="1">
          <p15:clr>
            <a:srgbClr val="F26B43"/>
          </p15:clr>
        </p15:guide>
        <p15:guide id="24" pos="1335" userDrawn="1">
          <p15:clr>
            <a:srgbClr val="F26B43"/>
          </p15:clr>
        </p15:guide>
        <p15:guide id="25" pos="1485" userDrawn="1">
          <p15:clr>
            <a:srgbClr val="F26B43"/>
          </p15:clr>
        </p15:guide>
        <p15:guide id="26" pos="2550" userDrawn="1">
          <p15:clr>
            <a:srgbClr val="F26B43"/>
          </p15:clr>
        </p15:guide>
        <p15:guide id="27" pos="2700" userDrawn="1">
          <p15:clr>
            <a:srgbClr val="F26B43"/>
          </p15:clr>
        </p15:guide>
        <p15:guide id="28" pos="3765" userDrawn="1">
          <p15:clr>
            <a:srgbClr val="F26B43"/>
          </p15:clr>
        </p15:guide>
        <p15:guide id="29" pos="3914" userDrawn="1">
          <p15:clr>
            <a:srgbClr val="F26B43"/>
          </p15:clr>
        </p15:guide>
        <p15:guide id="30" pos="4979" userDrawn="1">
          <p15:clr>
            <a:srgbClr val="F26B43"/>
          </p15:clr>
        </p15:guide>
        <p15:guide id="31" pos="5129" userDrawn="1">
          <p15:clr>
            <a:srgbClr val="F26B43"/>
          </p15:clr>
        </p15:guide>
        <p15:guide id="32" pos="6194" userDrawn="1">
          <p15:clr>
            <a:srgbClr val="F26B43"/>
          </p15:clr>
        </p15:guide>
        <p15:guide id="33" pos="6344" userDrawn="1">
          <p15:clr>
            <a:srgbClr val="F26B43"/>
          </p15:clr>
        </p15:guide>
        <p15:guide id="34" pos="7409" userDrawn="1">
          <p15:clr>
            <a:srgbClr val="F26B43"/>
          </p15:clr>
        </p15:guide>
        <p15:guide id="35" orient="horz" userDrawn="1">
          <p15:clr>
            <a:srgbClr val="F26B43"/>
          </p15:clr>
        </p15:guide>
        <p15:guide id="36" orient="horz" pos="4320" userDrawn="1">
          <p15:clr>
            <a:srgbClr val="F26B43"/>
          </p15:clr>
        </p15:guide>
        <p15:guide id="37" orient="horz" pos="322" userDrawn="1">
          <p15:clr>
            <a:srgbClr val="F26B43"/>
          </p15:clr>
        </p15:guide>
        <p15:guide id="38" orient="horz" pos="4080" userDrawn="1">
          <p15:clr>
            <a:srgbClr val="F26B43"/>
          </p15:clr>
        </p15:guide>
        <p15:guide id="39" orient="horz" pos="720" userDrawn="1">
          <p15:clr>
            <a:srgbClr val="F26B43"/>
          </p15:clr>
        </p15:guide>
        <p15:guide id="40" orient="horz" pos="960" userDrawn="1">
          <p15:clr>
            <a:srgbClr val="F26B43"/>
          </p15:clr>
        </p15:guide>
        <p15:guide id="41" orient="horz" pos="1320" userDrawn="1">
          <p15:clr>
            <a:srgbClr val="F26B43"/>
          </p15:clr>
        </p15:guide>
        <p15:guide id="42" orient="horz" pos="1272" userDrawn="1">
          <p15:clr>
            <a:srgbClr val="F26B43"/>
          </p15:clr>
        </p15:guide>
        <p15:guide id="43" pos="1944" userDrawn="1">
          <p15:clr>
            <a:srgbClr val="F26B43"/>
          </p15:clr>
        </p15:guide>
        <p15:guide id="44" pos="2088" userDrawn="1">
          <p15:clr>
            <a:srgbClr val="F26B43"/>
          </p15:clr>
        </p15:guide>
        <p15:guide id="45" pos="5594" userDrawn="1">
          <p15:clr>
            <a:srgbClr val="F26B43"/>
          </p15:clr>
        </p15:guide>
        <p15:guide id="46" pos="5740" userDrawn="1">
          <p15:clr>
            <a:srgbClr val="F26B43"/>
          </p15:clr>
        </p15:guide>
        <p15:guide id="47" pos="3840" userDrawn="1">
          <p15:clr>
            <a:srgbClr val="F26B43"/>
          </p15:clr>
        </p15:guide>
        <p15:guide id="48" orient="horz" pos="275" userDrawn="1">
          <p15:clr>
            <a:srgbClr val="F26B43"/>
          </p15:clr>
        </p15:guide>
        <p15:guide id="49" pos="504" userDrawn="1">
          <p15:clr>
            <a:srgbClr val="F26B43"/>
          </p15:clr>
        </p15:guide>
        <p15:guide id="50" pos="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6B2CD-2EC2-1DF7-DB2F-B92FD19FA1A4}"/>
              </a:ext>
            </a:extLst>
          </p:cNvPr>
          <p:cNvSpPr>
            <a:spLocks noGrp="1"/>
          </p:cNvSpPr>
          <p:nvPr>
            <p:ph type="title"/>
          </p:nvPr>
        </p:nvSpPr>
        <p:spPr>
          <a:xfrm>
            <a:off x="428625" y="871538"/>
            <a:ext cx="11333163" cy="652462"/>
          </a:xfrm>
          <a:prstGeom prst="rect">
            <a:avLst/>
          </a:prstGeom>
        </p:spPr>
        <p:txBody>
          <a:bodyPr vert="horz" lIns="0" tIns="0" rIns="0" bIns="0" rtlCol="0" anchor="t" anchorCtr="0">
            <a:noAutofit/>
          </a:bodyPr>
          <a:lstStyle/>
          <a:p>
            <a:r>
              <a:rPr lang="en-US" dirty="0"/>
              <a:t>Main-title, click to edit Master title style</a:t>
            </a:r>
          </a:p>
        </p:txBody>
      </p:sp>
      <p:sp>
        <p:nvSpPr>
          <p:cNvPr id="3" name="Text Placeholder 2">
            <a:extLst>
              <a:ext uri="{FF2B5EF4-FFF2-40B4-BE49-F238E27FC236}">
                <a16:creationId xmlns:a16="http://schemas.microsoft.com/office/drawing/2014/main" id="{C4A31C3E-CB38-C1FA-BBB6-52A6842E8722}"/>
              </a:ext>
            </a:extLst>
          </p:cNvPr>
          <p:cNvSpPr>
            <a:spLocks noGrp="1"/>
          </p:cNvSpPr>
          <p:nvPr>
            <p:ph type="body" idx="1"/>
          </p:nvPr>
        </p:nvSpPr>
        <p:spPr>
          <a:xfrm>
            <a:off x="428625" y="2012702"/>
            <a:ext cx="11333163" cy="4515098"/>
          </a:xfrm>
          <a:prstGeom prst="rect">
            <a:avLst/>
          </a:prstGeom>
        </p:spPr>
        <p:txBody>
          <a:bodyPr vert="horz" lIns="0" tIns="0" rIns="0" bIns="0" rtlCol="0">
            <a:noAutofit/>
          </a:bodyPr>
          <a:lstStyle/>
          <a:p>
            <a:pPr lvl="0"/>
            <a:r>
              <a:rPr lang="en-US" dirty="0"/>
              <a:t>Body text, click to edit Master text styles</a:t>
            </a:r>
          </a:p>
          <a:p>
            <a:pPr lvl="1"/>
            <a:r>
              <a:rPr lang="en-US" dirty="0"/>
              <a:t>First level bullet </a:t>
            </a:r>
            <a:r>
              <a:rPr lang="en-US" spc="-100" dirty="0">
                <a:sym typeface="Wingdings 3" panose="05040102010807070707" pitchFamily="18" charset="2"/>
              </a:rPr>
              <a:t></a:t>
            </a:r>
            <a:endParaRPr lang="en-US" dirty="0"/>
          </a:p>
          <a:p>
            <a:pPr lvl="2"/>
            <a:r>
              <a:rPr lang="en-US" dirty="0"/>
              <a:t>Second level bullet </a:t>
            </a:r>
            <a:r>
              <a:rPr lang="en-US" spc="-100" dirty="0">
                <a:sym typeface="Wingdings 3" panose="05040102010807070707" pitchFamily="18" charset="2"/>
              </a:rPr>
              <a:t></a:t>
            </a:r>
            <a:endParaRPr lang="en-US" dirty="0"/>
          </a:p>
          <a:p>
            <a:pPr lvl="3"/>
            <a:r>
              <a:rPr lang="en-US" dirty="0"/>
              <a:t>Third level bullet </a:t>
            </a:r>
            <a:r>
              <a:rPr lang="en-US" spc="-100" dirty="0">
                <a:sym typeface="Wingdings 3" panose="05040102010807070707" pitchFamily="18" charset="2"/>
              </a:rPr>
              <a:t></a:t>
            </a:r>
            <a:endParaRPr lang="en-US" dirty="0"/>
          </a:p>
          <a:p>
            <a:pPr lvl="4"/>
            <a:r>
              <a:rPr lang="en-US" dirty="0"/>
              <a:t>Fourth level bullet </a:t>
            </a:r>
            <a:r>
              <a:rPr lang="en-US" spc="-100" dirty="0">
                <a:sym typeface="Wingdings 3" panose="05040102010807070707" pitchFamily="18" charset="2"/>
              </a:rPr>
              <a:t></a:t>
            </a:r>
            <a:endParaRPr lang="en-US" dirty="0"/>
          </a:p>
        </p:txBody>
      </p:sp>
      <p:sp>
        <p:nvSpPr>
          <p:cNvPr id="5" name="Footer Placeholder 4">
            <a:extLst>
              <a:ext uri="{FF2B5EF4-FFF2-40B4-BE49-F238E27FC236}">
                <a16:creationId xmlns:a16="http://schemas.microsoft.com/office/drawing/2014/main" id="{42291930-1233-52D1-DC27-E6694869B256}"/>
              </a:ext>
            </a:extLst>
          </p:cNvPr>
          <p:cNvSpPr>
            <a:spLocks noGrp="1"/>
          </p:cNvSpPr>
          <p:nvPr>
            <p:ph type="ftr" sz="quarter" idx="3"/>
          </p:nvPr>
        </p:nvSpPr>
        <p:spPr>
          <a:xfrm>
            <a:off x="1203297" y="252568"/>
            <a:ext cx="4517032" cy="284957"/>
          </a:xfrm>
          <a:prstGeom prst="rect">
            <a:avLst/>
          </a:prstGeom>
        </p:spPr>
        <p:txBody>
          <a:bodyPr vert="horz" lIns="0" tIns="0" rIns="0" bIns="0" rtlCol="0" anchor="b" anchorCtr="0"/>
          <a:lstStyle>
            <a:lvl1pPr algn="l">
              <a:defRPr sz="800" cap="all" baseline="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54AEA3C3-31B9-E935-8FD8-477A883F5DC2}"/>
              </a:ext>
            </a:extLst>
          </p:cNvPr>
          <p:cNvSpPr>
            <a:spLocks noGrp="1"/>
          </p:cNvSpPr>
          <p:nvPr>
            <p:ph type="sldNum" sz="quarter" idx="4"/>
          </p:nvPr>
        </p:nvSpPr>
        <p:spPr>
          <a:xfrm>
            <a:off x="428625" y="226992"/>
            <a:ext cx="345302" cy="310533"/>
          </a:xfrm>
          <a:prstGeom prst="rect">
            <a:avLst/>
          </a:prstGeom>
        </p:spPr>
        <p:txBody>
          <a:bodyPr vert="horz" lIns="0" tIns="0" rIns="0" bIns="0" rtlCol="0" anchor="b" anchorCtr="0"/>
          <a:lstStyle>
            <a:lvl1pPr algn="l">
              <a:defRPr sz="800">
                <a:solidFill>
                  <a:schemeClr val="tx2"/>
                </a:solidFill>
              </a:defRPr>
            </a:lvl1pPr>
          </a:lstStyle>
          <a:p>
            <a:fld id="{AEAD572E-2F50-43BC-A5A3-42ECFACCA1CC}" type="slidenum">
              <a:rPr lang="en-US" smtClean="0"/>
              <a:pPr/>
              <a:t>‹N°›</a:t>
            </a:fld>
            <a:endParaRPr lang="en-US" dirty="0"/>
          </a:p>
        </p:txBody>
      </p:sp>
      <p:cxnSp>
        <p:nvCxnSpPr>
          <p:cNvPr id="8" name="Straight Connector 7">
            <a:extLst>
              <a:ext uri="{FF2B5EF4-FFF2-40B4-BE49-F238E27FC236}">
                <a16:creationId xmlns:a16="http://schemas.microsoft.com/office/drawing/2014/main" id="{FC327679-027D-8DC1-F2A8-CA7E9E28F8D8}"/>
              </a:ext>
            </a:extLst>
          </p:cNvPr>
          <p:cNvCxnSpPr>
            <a:cxnSpLocks/>
          </p:cNvCxnSpPr>
          <p:nvPr userDrawn="1"/>
        </p:nvCxnSpPr>
        <p:spPr>
          <a:xfrm flipH="1">
            <a:off x="804863" y="0"/>
            <a:ext cx="270271" cy="511175"/>
          </a:xfrm>
          <a:prstGeom prst="line">
            <a:avLst/>
          </a:prstGeom>
          <a:ln w="8382">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453761B7-DBBD-F904-023B-A55517A7BC5C}"/>
              </a:ext>
            </a:extLst>
          </p:cNvPr>
          <p:cNvGrpSpPr/>
          <p:nvPr userDrawn="1"/>
        </p:nvGrpSpPr>
        <p:grpSpPr>
          <a:xfrm>
            <a:off x="-1942887" y="824973"/>
            <a:ext cx="1809017" cy="5003036"/>
            <a:chOff x="-1942887" y="824973"/>
            <a:chExt cx="1809017" cy="5003036"/>
          </a:xfrm>
        </p:grpSpPr>
        <p:grpSp>
          <p:nvGrpSpPr>
            <p:cNvPr id="20" name="Group 19">
              <a:extLst>
                <a:ext uri="{FF2B5EF4-FFF2-40B4-BE49-F238E27FC236}">
                  <a16:creationId xmlns:a16="http://schemas.microsoft.com/office/drawing/2014/main" id="{32FD472D-47A5-EE51-DF69-43AA80DB11BA}"/>
                </a:ext>
              </a:extLst>
            </p:cNvPr>
            <p:cNvGrpSpPr/>
            <p:nvPr userDrawn="1"/>
          </p:nvGrpSpPr>
          <p:grpSpPr>
            <a:xfrm>
              <a:off x="-1942887" y="824973"/>
              <a:ext cx="1809017" cy="5003036"/>
              <a:chOff x="-1942887" y="824973"/>
              <a:chExt cx="1809017" cy="5003036"/>
            </a:xfrm>
          </p:grpSpPr>
          <p:sp>
            <p:nvSpPr>
              <p:cNvPr id="4" name="TextBox 3">
                <a:extLst>
                  <a:ext uri="{FF2B5EF4-FFF2-40B4-BE49-F238E27FC236}">
                    <a16:creationId xmlns:a16="http://schemas.microsoft.com/office/drawing/2014/main" id="{0DDC3A7C-869A-04FE-49AD-86F105CFF105}"/>
                  </a:ext>
                </a:extLst>
              </p:cNvPr>
              <p:cNvSpPr txBox="1"/>
              <p:nvPr userDrawn="1"/>
            </p:nvSpPr>
            <p:spPr>
              <a:xfrm>
                <a:off x="-1942887" y="824973"/>
                <a:ext cx="1809017" cy="5003036"/>
              </a:xfrm>
              <a:prstGeom prst="rect">
                <a:avLst/>
              </a:prstGeom>
              <a:noFill/>
            </p:spPr>
            <p:txBody>
              <a:bodyPr wrap="square" rtlCol="0">
                <a:spAutoFit/>
              </a:bodyPr>
              <a:lstStyle/>
              <a:p>
                <a:pPr>
                  <a:lnSpc>
                    <a:spcPct val="110000"/>
                  </a:lnSpc>
                  <a:spcAft>
                    <a:spcPts val="400"/>
                  </a:spcAft>
                </a:pPr>
                <a:r>
                  <a:rPr lang="en-US" sz="800" b="1" dirty="0">
                    <a:solidFill>
                      <a:srgbClr val="DF0050"/>
                    </a:solidFill>
                  </a:rPr>
                  <a:t>Using style sheets</a:t>
                </a:r>
              </a:p>
              <a:p>
                <a:pPr>
                  <a:lnSpc>
                    <a:spcPct val="110000"/>
                  </a:lnSpc>
                  <a:spcAft>
                    <a:spcPts val="400"/>
                  </a:spcAft>
                </a:pPr>
                <a:r>
                  <a:rPr lang="en-US" sz="800" dirty="0"/>
                  <a:t>Change style by clicking </a:t>
                </a:r>
                <a:r>
                  <a:rPr lang="en-US" sz="800" b="1" dirty="0"/>
                  <a:t>“</a:t>
                </a:r>
                <a:r>
                  <a:rPr lang="en-US" sz="800" b="1" i="0" dirty="0"/>
                  <a:t>Increase List Level” </a:t>
                </a:r>
                <a:r>
                  <a:rPr lang="en-US" sz="800" dirty="0"/>
                  <a:t>button by number of times indicated by </a:t>
                </a:r>
                <a:r>
                  <a:rPr lang="en-US" sz="800" dirty="0">
                    <a:sym typeface="Wingdings 3" panose="05040102010807070707" pitchFamily="18" charset="2"/>
                  </a:rPr>
                  <a:t>.  </a:t>
                </a:r>
                <a:r>
                  <a:rPr lang="en-US" sz="800" b="1" dirty="0">
                    <a:sym typeface="Wingdings 3" panose="05040102010807070707" pitchFamily="18" charset="2"/>
                  </a:rPr>
                  <a:t>“</a:t>
                </a:r>
                <a:r>
                  <a:rPr lang="en-US" sz="800" b="1" i="0" dirty="0">
                    <a:sym typeface="Wingdings 3" panose="05040102010807070707" pitchFamily="18" charset="2"/>
                  </a:rPr>
                  <a:t>Decrease List Level”</a:t>
                </a:r>
                <a:r>
                  <a:rPr lang="en-US" sz="800" dirty="0">
                    <a:sym typeface="Wingdings 3" panose="05040102010807070707" pitchFamily="18" charset="2"/>
                  </a:rPr>
                  <a:t> moves back in styles. </a:t>
                </a:r>
              </a:p>
              <a:p>
                <a:pPr>
                  <a:lnSpc>
                    <a:spcPct val="110000"/>
                  </a:lnSpc>
                  <a:spcAft>
                    <a:spcPts val="400"/>
                  </a:spcAft>
                </a:pPr>
                <a:r>
                  <a:rPr lang="en-US" sz="800" dirty="0">
                    <a:sym typeface="Wingdings 3" panose="05040102010807070707" pitchFamily="18" charset="2"/>
                  </a:rPr>
                  <a:t>List level is in </a:t>
                </a:r>
                <a:r>
                  <a:rPr lang="en-US" sz="800" b="1" dirty="0">
                    <a:sym typeface="Wingdings 3" panose="05040102010807070707" pitchFamily="18" charset="2"/>
                  </a:rPr>
                  <a:t>Home Ribbon &gt;</a:t>
                </a:r>
                <a:r>
                  <a:rPr lang="en-US" sz="800" dirty="0">
                    <a:sym typeface="Wingdings 3" panose="05040102010807070707" pitchFamily="18" charset="2"/>
                  </a:rPr>
                  <a:t> </a:t>
                </a:r>
                <a:r>
                  <a:rPr lang="en-US" sz="800" b="1" dirty="0">
                    <a:sym typeface="Wingdings 3" panose="05040102010807070707" pitchFamily="18" charset="2"/>
                  </a:rPr>
                  <a:t>Paragraph</a:t>
                </a:r>
                <a:r>
                  <a:rPr lang="en-US" sz="800" dirty="0">
                    <a:sym typeface="Wingdings 3" panose="05040102010807070707" pitchFamily="18" charset="2"/>
                  </a:rPr>
                  <a:t>.</a:t>
                </a:r>
              </a:p>
              <a:p>
                <a:pPr>
                  <a:lnSpc>
                    <a:spcPct val="110000"/>
                  </a:lnSpc>
                  <a:spcAft>
                    <a:spcPts val="0"/>
                  </a:spcAft>
                </a:pPr>
                <a:endParaRPr lang="en-US" sz="800" dirty="0">
                  <a:sym typeface="Wingdings 3" panose="05040102010807070707" pitchFamily="18" charset="2"/>
                </a:endParaRPr>
              </a:p>
              <a:p>
                <a:pPr>
                  <a:lnSpc>
                    <a:spcPct val="110000"/>
                  </a:lnSpc>
                  <a:spcAft>
                    <a:spcPts val="0"/>
                  </a:spcAf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pPr>
                <a:r>
                  <a:rPr lang="en-US" sz="800" dirty="0">
                    <a:sym typeface="Wingdings 3" panose="05040102010807070707" pitchFamily="18" charset="2"/>
                  </a:rPr>
                  <a:t>You can also select a block of text and </a:t>
                </a:r>
                <a:r>
                  <a:rPr lang="en-US" sz="800" b="1" i="0" dirty="0">
                    <a:sym typeface="Wingdings 3" panose="05040102010807070707" pitchFamily="18" charset="2"/>
                  </a:rPr>
                  <a:t>Tab</a:t>
                </a:r>
                <a:r>
                  <a:rPr lang="en-US" sz="800" dirty="0">
                    <a:sym typeface="Wingdings 3" panose="05040102010807070707" pitchFamily="18" charset="2"/>
                  </a:rPr>
                  <a:t> [increase] or </a:t>
                </a:r>
                <a:r>
                  <a:rPr lang="en-US" sz="800" b="1" dirty="0">
                    <a:sym typeface="Wingdings 3" panose="05040102010807070707" pitchFamily="18" charset="2"/>
                  </a:rPr>
                  <a:t>Shift Tab </a:t>
                </a:r>
                <a:r>
                  <a:rPr lang="en-US" sz="800" dirty="0">
                    <a:sym typeface="Wingdings 3" panose="05040102010807070707" pitchFamily="18" charset="2"/>
                  </a:rPr>
                  <a:t>[decrease]</a:t>
                </a:r>
              </a:p>
              <a:p>
                <a:pPr>
                  <a:lnSpc>
                    <a:spcPct val="110000"/>
                  </a:lnSpc>
                  <a:spcAft>
                    <a:spcPts val="400"/>
                  </a:spcAft>
                  <a:tabLst>
                    <a:tab pos="458788" algn="l"/>
                  </a:tabLst>
                </a:pPr>
                <a:r>
                  <a:rPr lang="en-US" sz="800" dirty="0">
                    <a:sym typeface="Wingdings 3" panose="05040102010807070707" pitchFamily="18" charset="2"/>
                  </a:rPr>
                  <a:t> Click once</a:t>
                </a:r>
              </a:p>
              <a:p>
                <a:pPr>
                  <a:lnSpc>
                    <a:spcPct val="110000"/>
                  </a:lnSpc>
                  <a:spcAft>
                    <a:spcPts val="400"/>
                  </a:spcAft>
                  <a:tabLst>
                    <a:tab pos="458788" algn="l"/>
                  </a:tabLst>
                </a:pPr>
                <a:r>
                  <a:rPr lang="en-US" sz="800" spc="-100" dirty="0">
                    <a:sym typeface="Wingdings 3" panose="05040102010807070707" pitchFamily="18" charset="2"/>
                  </a:rPr>
                  <a:t>   </a:t>
                </a:r>
                <a:r>
                  <a:rPr lang="en-US" sz="800" dirty="0">
                    <a:sym typeface="Wingdings 3" panose="05040102010807070707" pitchFamily="18" charset="2"/>
                  </a:rPr>
                  <a:t>Click twice</a:t>
                </a:r>
              </a:p>
              <a:p>
                <a:pPr>
                  <a:lnSpc>
                    <a:spcPct val="110000"/>
                  </a:lnSpc>
                  <a:spcAft>
                    <a:spcPts val="400"/>
                  </a:spcAft>
                  <a:tabLst>
                    <a:tab pos="458788" algn="l"/>
                  </a:tabLst>
                </a:pPr>
                <a:r>
                  <a:rPr lang="en-US" sz="800" spc="-100" dirty="0">
                    <a:sym typeface="Wingdings 3" panose="05040102010807070707" pitchFamily="18" charset="2"/>
                  </a:rPr>
                  <a:t>    </a:t>
                </a:r>
                <a:r>
                  <a:rPr lang="en-US" sz="800" dirty="0">
                    <a:sym typeface="Wingdings 3" panose="05040102010807070707" pitchFamily="18" charset="2"/>
                  </a:rPr>
                  <a:t>Click three times</a:t>
                </a:r>
              </a:p>
              <a:p>
                <a:pPr marL="0" marR="0" lvl="0" indent="0" algn="l" defTabSz="914400" rtl="0" eaLnBrk="1" fontAlgn="auto" latinLnBrk="0" hangingPunct="1">
                  <a:lnSpc>
                    <a:spcPct val="110000"/>
                  </a:lnSpc>
                  <a:spcBef>
                    <a:spcPts val="0"/>
                  </a:spcBef>
                  <a:spcAft>
                    <a:spcPts val="400"/>
                  </a:spcAft>
                  <a:buClrTx/>
                  <a:buSzTx/>
                  <a:buFont typeface="Wingdings 3" panose="05040102010807070707" pitchFamily="18" charset="2"/>
                  <a:buNone/>
                  <a:tabLst>
                    <a:tab pos="458788" algn="l"/>
                  </a:tabLst>
                  <a:defRPr/>
                </a:pPr>
                <a:r>
                  <a:rPr lang="en-US" sz="800" spc="-100" dirty="0">
                    <a:sym typeface="Wingdings 3" panose="05040102010807070707" pitchFamily="18" charset="2"/>
                  </a:rPr>
                  <a:t>     </a:t>
                </a:r>
                <a:r>
                  <a:rPr lang="en-US" sz="800" dirty="0">
                    <a:sym typeface="Wingdings 3" panose="05040102010807070707" pitchFamily="18" charset="2"/>
                  </a:rPr>
                  <a:t>Click four times</a:t>
                </a:r>
              </a:p>
              <a:p>
                <a:pPr marL="0" marR="0" lvl="0" indent="0" algn="l" defTabSz="914400" rtl="0" eaLnBrk="1" fontAlgn="auto" latinLnBrk="0" hangingPunct="1">
                  <a:lnSpc>
                    <a:spcPct val="110000"/>
                  </a:lnSpc>
                  <a:spcBef>
                    <a:spcPts val="0"/>
                  </a:spcBef>
                  <a:spcAft>
                    <a:spcPts val="400"/>
                  </a:spcAft>
                  <a:buClrTx/>
                  <a:buSzTx/>
                  <a:buFont typeface="Wingdings 3" panose="05040102010807070707" pitchFamily="18" charset="2"/>
                  <a:buNone/>
                  <a:tabLst>
                    <a:tab pos="458788" algn="l"/>
                  </a:tabLst>
                  <a:defRPr/>
                </a:pPr>
                <a:r>
                  <a:rPr lang="en-US" sz="800" spc="-100" dirty="0">
                    <a:sym typeface="Wingdings 3" panose="05040102010807070707" pitchFamily="18" charset="2"/>
                  </a:rPr>
                  <a:t>      </a:t>
                </a:r>
                <a:r>
                  <a:rPr lang="en-US" sz="800" dirty="0">
                    <a:sym typeface="Wingdings 3" panose="05040102010807070707" pitchFamily="18" charset="2"/>
                  </a:rPr>
                  <a:t>Click five times</a:t>
                </a:r>
              </a:p>
              <a:p>
                <a:pPr>
                  <a:lnSpc>
                    <a:spcPct val="110000"/>
                  </a:lnSpc>
                  <a:spcAft>
                    <a:spcPts val="400"/>
                  </a:spcAft>
                  <a:tabLst>
                    <a:tab pos="458788" algn="l"/>
                  </a:tabLst>
                </a:pPr>
                <a:r>
                  <a:rPr lang="en-US" sz="800" b="1" dirty="0">
                    <a:sym typeface="Wingdings 3" panose="05040102010807070707" pitchFamily="18" charset="2"/>
                  </a:rPr>
                  <a:t>When pasting text, always use “Keep Text Only”, otherwise styles will not work and text will not be the correct style.</a:t>
                </a: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endParaRPr lang="en-US" sz="800" dirty="0">
                  <a:sym typeface="Wingdings 3" panose="05040102010807070707" pitchFamily="18" charset="2"/>
                </a:endParaRPr>
              </a:p>
              <a:p>
                <a:pPr>
                  <a:lnSpc>
                    <a:spcPct val="110000"/>
                  </a:lnSpc>
                  <a:spcAft>
                    <a:spcPts val="400"/>
                  </a:spcAft>
                  <a:tabLst>
                    <a:tab pos="458788" algn="l"/>
                  </a:tabLst>
                </a:pPr>
                <a:br>
                  <a:rPr lang="en-US" sz="800" dirty="0">
                    <a:sym typeface="Wingdings 3" panose="05040102010807070707" pitchFamily="18" charset="2"/>
                  </a:rPr>
                </a:br>
                <a:endParaRPr lang="en-US" sz="800" dirty="0">
                  <a:sym typeface="Wingdings 3" panose="05040102010807070707" pitchFamily="18" charset="2"/>
                </a:endParaRPr>
              </a:p>
              <a:p>
                <a:pPr>
                  <a:lnSpc>
                    <a:spcPct val="110000"/>
                  </a:lnSpc>
                  <a:spcAft>
                    <a:spcPts val="400"/>
                  </a:spcAft>
                  <a:tabLst>
                    <a:tab pos="458788" algn="l"/>
                  </a:tabLst>
                </a:pPr>
                <a:r>
                  <a:rPr lang="en-US" sz="800" dirty="0">
                    <a:sym typeface="Wingdings 3" panose="05040102010807070707" pitchFamily="18" charset="2"/>
                  </a:rPr>
                  <a:t>Space between paragraphs is specific to each style. </a:t>
                </a:r>
                <a:r>
                  <a:rPr lang="en-US" sz="800" b="1" dirty="0">
                    <a:sym typeface="Wingdings 3" panose="05040102010807070707" pitchFamily="18" charset="2"/>
                  </a:rPr>
                  <a:t>Please do not add space with returns</a:t>
                </a:r>
                <a:r>
                  <a:rPr lang="en-US" sz="800" dirty="0">
                    <a:sym typeface="Wingdings 3" panose="05040102010807070707" pitchFamily="18" charset="2"/>
                  </a:rPr>
                  <a:t>.</a:t>
                </a:r>
                <a:endParaRPr lang="en-US" sz="800" dirty="0"/>
              </a:p>
            </p:txBody>
          </p:sp>
          <p:grpSp>
            <p:nvGrpSpPr>
              <p:cNvPr id="18" name="Group 17">
                <a:extLst>
                  <a:ext uri="{FF2B5EF4-FFF2-40B4-BE49-F238E27FC236}">
                    <a16:creationId xmlns:a16="http://schemas.microsoft.com/office/drawing/2014/main" id="{0E952B4D-4F44-3918-9627-2C805796B248}"/>
                  </a:ext>
                </a:extLst>
              </p:cNvPr>
              <p:cNvGrpSpPr/>
              <p:nvPr userDrawn="1"/>
            </p:nvGrpSpPr>
            <p:grpSpPr>
              <a:xfrm>
                <a:off x="-1902926" y="2096267"/>
                <a:ext cx="1568112" cy="292115"/>
                <a:chOff x="-1912002" y="1751379"/>
                <a:chExt cx="1568112" cy="292115"/>
              </a:xfrm>
            </p:grpSpPr>
            <p:sp>
              <p:nvSpPr>
                <p:cNvPr id="14" name="TextBox 13">
                  <a:extLst>
                    <a:ext uri="{FF2B5EF4-FFF2-40B4-BE49-F238E27FC236}">
                      <a16:creationId xmlns:a16="http://schemas.microsoft.com/office/drawing/2014/main" id="{F44DD937-27A3-03A0-2BBD-FD9C06CF97AB}"/>
                    </a:ext>
                  </a:extLst>
                </p:cNvPr>
                <p:cNvSpPr txBox="1"/>
                <p:nvPr userDrawn="1"/>
              </p:nvSpPr>
              <p:spPr>
                <a:xfrm>
                  <a:off x="-1912002" y="1851269"/>
                  <a:ext cx="423616" cy="92333"/>
                </a:xfrm>
                <a:prstGeom prst="rect">
                  <a:avLst/>
                </a:prstGeom>
                <a:noFill/>
              </p:spPr>
              <p:txBody>
                <a:bodyPr wrap="square" lIns="0" tIns="0" rIns="0" bIns="0">
                  <a:spAutoFit/>
                </a:bodyPr>
                <a:lstStyle/>
                <a:p>
                  <a:pPr algn="r"/>
                  <a:r>
                    <a:rPr kumimoji="0" lang="en-US" sz="600" b="1" i="0" u="none" strike="noStrike" kern="1200" cap="none" spc="0" normalizeH="0" baseline="0" noProof="0" dirty="0">
                      <a:ln>
                        <a:noFill/>
                      </a:ln>
                      <a:solidFill>
                        <a:srgbClr val="0A151E"/>
                      </a:solidFill>
                      <a:effectLst/>
                      <a:uLnTx/>
                      <a:uFillTx/>
                      <a:latin typeface="Sora-SIA"/>
                      <a:ea typeface="+mn-ea"/>
                      <a:cs typeface="+mn-cs"/>
                    </a:rPr>
                    <a:t>Decrease</a:t>
                  </a:r>
                  <a:endParaRPr lang="en-US" sz="600" b="1" dirty="0"/>
                </a:p>
              </p:txBody>
            </p:sp>
            <p:sp>
              <p:nvSpPr>
                <p:cNvPr id="15" name="TextBox 14">
                  <a:extLst>
                    <a:ext uri="{FF2B5EF4-FFF2-40B4-BE49-F238E27FC236}">
                      <a16:creationId xmlns:a16="http://schemas.microsoft.com/office/drawing/2014/main" id="{442EBBEC-AF3D-CDE8-1528-573B92638AE4}"/>
                    </a:ext>
                  </a:extLst>
                </p:cNvPr>
                <p:cNvSpPr txBox="1"/>
                <p:nvPr userDrawn="1"/>
              </p:nvSpPr>
              <p:spPr>
                <a:xfrm>
                  <a:off x="-724513" y="1851269"/>
                  <a:ext cx="380623" cy="92333"/>
                </a:xfrm>
                <a:prstGeom prst="rect">
                  <a:avLst/>
                </a:prstGeom>
                <a:noFill/>
              </p:spPr>
              <p:txBody>
                <a:bodyPr wrap="square" lIns="0" tIns="0" rIns="0" bIns="0">
                  <a:spAutoFit/>
                </a:bodyPr>
                <a:lstStyle/>
                <a:p>
                  <a:r>
                    <a:rPr kumimoji="0" lang="en-US" sz="600" b="1" i="0" u="none" strike="noStrike" kern="1200" cap="none" spc="0" normalizeH="0" baseline="0" noProof="0" dirty="0">
                      <a:ln>
                        <a:noFill/>
                      </a:ln>
                      <a:solidFill>
                        <a:srgbClr val="0A151E"/>
                      </a:solidFill>
                      <a:effectLst/>
                      <a:uLnTx/>
                      <a:uFillTx/>
                      <a:latin typeface="Sora-SIA"/>
                      <a:ea typeface="+mn-ea"/>
                      <a:cs typeface="+mn-cs"/>
                    </a:rPr>
                    <a:t>Increase</a:t>
                  </a:r>
                  <a:endParaRPr lang="en-US" sz="600" b="1" dirty="0"/>
                </a:p>
              </p:txBody>
            </p:sp>
            <p:grpSp>
              <p:nvGrpSpPr>
                <p:cNvPr id="17" name="Group 16">
                  <a:extLst>
                    <a:ext uri="{FF2B5EF4-FFF2-40B4-BE49-F238E27FC236}">
                      <a16:creationId xmlns:a16="http://schemas.microsoft.com/office/drawing/2014/main" id="{7A40B3AF-E33F-793F-60C4-E58B1E7D6B20}"/>
                    </a:ext>
                  </a:extLst>
                </p:cNvPr>
                <p:cNvGrpSpPr/>
                <p:nvPr userDrawn="1"/>
              </p:nvGrpSpPr>
              <p:grpSpPr>
                <a:xfrm>
                  <a:off x="-1422651" y="1751379"/>
                  <a:ext cx="628680" cy="292115"/>
                  <a:chOff x="-1397692" y="1751379"/>
                  <a:chExt cx="628680" cy="292115"/>
                </a:xfrm>
              </p:grpSpPr>
              <p:pic>
                <p:nvPicPr>
                  <p:cNvPr id="10" name="Picture 9">
                    <a:extLst>
                      <a:ext uri="{FF2B5EF4-FFF2-40B4-BE49-F238E27FC236}">
                        <a16:creationId xmlns:a16="http://schemas.microsoft.com/office/drawing/2014/main" id="{BF99735D-B69F-84BF-E9F1-CC44F38674B5}"/>
                      </a:ext>
                    </a:extLst>
                  </p:cNvPr>
                  <p:cNvPicPr>
                    <a:picLocks noChangeAspect="1"/>
                  </p:cNvPicPr>
                  <p:nvPr userDrawn="1"/>
                </p:nvPicPr>
                <p:blipFill rotWithShape="1">
                  <a:blip r:embed="rId12"/>
                  <a:srcRect l="7136" r="49284"/>
                  <a:stretch/>
                </p:blipFill>
                <p:spPr>
                  <a:xfrm>
                    <a:off x="-1397692" y="1751379"/>
                    <a:ext cx="365306" cy="292115"/>
                  </a:xfrm>
                  <a:prstGeom prst="rect">
                    <a:avLst/>
                  </a:prstGeom>
                </p:spPr>
              </p:pic>
              <p:pic>
                <p:nvPicPr>
                  <p:cNvPr id="16" name="Picture 15">
                    <a:extLst>
                      <a:ext uri="{FF2B5EF4-FFF2-40B4-BE49-F238E27FC236}">
                        <a16:creationId xmlns:a16="http://schemas.microsoft.com/office/drawing/2014/main" id="{13BB909C-FE89-FA06-7D7A-08069EA67D55}"/>
                      </a:ext>
                    </a:extLst>
                  </p:cNvPr>
                  <p:cNvPicPr>
                    <a:picLocks noChangeAspect="1"/>
                  </p:cNvPicPr>
                  <p:nvPr userDrawn="1"/>
                </p:nvPicPr>
                <p:blipFill rotWithShape="1">
                  <a:blip r:embed="rId12"/>
                  <a:srcRect l="59106" r="6497"/>
                  <a:stretch/>
                </p:blipFill>
                <p:spPr>
                  <a:xfrm>
                    <a:off x="-1057347" y="1751379"/>
                    <a:ext cx="288335" cy="292115"/>
                  </a:xfrm>
                  <a:prstGeom prst="rect">
                    <a:avLst/>
                  </a:prstGeom>
                </p:spPr>
              </p:pic>
            </p:grpSp>
          </p:grpSp>
        </p:grpSp>
        <p:grpSp>
          <p:nvGrpSpPr>
            <p:cNvPr id="24" name="Group 23">
              <a:extLst>
                <a:ext uri="{FF2B5EF4-FFF2-40B4-BE49-F238E27FC236}">
                  <a16:creationId xmlns:a16="http://schemas.microsoft.com/office/drawing/2014/main" id="{C766E59F-EE08-52D5-FC11-5E9360D6DD20}"/>
                </a:ext>
              </a:extLst>
            </p:cNvPr>
            <p:cNvGrpSpPr/>
            <p:nvPr userDrawn="1"/>
          </p:nvGrpSpPr>
          <p:grpSpPr>
            <a:xfrm>
              <a:off x="-1845679" y="4502985"/>
              <a:ext cx="1070142" cy="697456"/>
              <a:chOff x="-1857928" y="4366913"/>
              <a:chExt cx="1070142" cy="697456"/>
            </a:xfrm>
          </p:grpSpPr>
          <p:pic>
            <p:nvPicPr>
              <p:cNvPr id="22" name="Picture 21">
                <a:extLst>
                  <a:ext uri="{FF2B5EF4-FFF2-40B4-BE49-F238E27FC236}">
                    <a16:creationId xmlns:a16="http://schemas.microsoft.com/office/drawing/2014/main" id="{DE97C79C-C454-EEA8-8A8B-AF113CABC2B6}"/>
                  </a:ext>
                </a:extLst>
              </p:cNvPr>
              <p:cNvPicPr>
                <a:picLocks noChangeAspect="1"/>
              </p:cNvPicPr>
              <p:nvPr userDrawn="1"/>
            </p:nvPicPr>
            <p:blipFill>
              <a:blip r:embed="rId13"/>
              <a:stretch>
                <a:fillRect/>
              </a:stretch>
            </p:blipFill>
            <p:spPr>
              <a:xfrm>
                <a:off x="-1857928" y="4366913"/>
                <a:ext cx="1070142" cy="697456"/>
              </a:xfrm>
              <a:prstGeom prst="rect">
                <a:avLst/>
              </a:prstGeom>
            </p:spPr>
          </p:pic>
          <p:sp>
            <p:nvSpPr>
              <p:cNvPr id="23" name="Rectangle: Rounded Corners 22">
                <a:extLst>
                  <a:ext uri="{FF2B5EF4-FFF2-40B4-BE49-F238E27FC236}">
                    <a16:creationId xmlns:a16="http://schemas.microsoft.com/office/drawing/2014/main" id="{B6430AAB-D97A-2139-262A-5AA882F3DD76}"/>
                  </a:ext>
                </a:extLst>
              </p:cNvPr>
              <p:cNvSpPr/>
              <p:nvPr userDrawn="1"/>
            </p:nvSpPr>
            <p:spPr>
              <a:xfrm>
                <a:off x="-1336431" y="4685451"/>
                <a:ext cx="192864" cy="19286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9" name="TextBox 8">
            <a:extLst>
              <a:ext uri="{FF2B5EF4-FFF2-40B4-BE49-F238E27FC236}">
                <a16:creationId xmlns:a16="http://schemas.microsoft.com/office/drawing/2014/main" id="{3E16054E-8AF5-B196-65DB-CE662357FA9E}"/>
              </a:ext>
            </a:extLst>
          </p:cNvPr>
          <p:cNvSpPr txBox="1"/>
          <p:nvPr userDrawn="1">
            <p:extLst>
              <p:ext uri="{1162E1C5-73C7-4A58-AE30-91384D911F3F}">
                <p184:classification xmlns:p184="http://schemas.microsoft.com/office/powerpoint/2018/4/main" val="ftr"/>
              </p:ext>
            </p:extLst>
          </p:nvPr>
        </p:nvSpPr>
        <p:spPr>
          <a:xfrm>
            <a:off x="5468112" y="6672580"/>
            <a:ext cx="1276350" cy="121920"/>
          </a:xfrm>
          <a:prstGeom prst="rect">
            <a:avLst/>
          </a:prstGeom>
        </p:spPr>
        <p:txBody>
          <a:bodyPr horzOverflow="overflow" lIns="0" tIns="0" rIns="0" bIns="0">
            <a:spAutoFit/>
          </a:bodyPr>
          <a:lstStyle/>
          <a:p>
            <a:pPr algn="l"/>
            <a:r>
              <a:rPr lang="fr-FR" sz="800">
                <a:solidFill>
                  <a:srgbClr val="000000">
                    <a:alpha val="50000"/>
                  </a:srgbClr>
                </a:solidFill>
                <a:latin typeface="Aptos" panose="020B0004020202020204" pitchFamily="34" charset="0"/>
              </a:rPr>
              <a:t>C2 - Confidential Client Data</a:t>
            </a:r>
          </a:p>
        </p:txBody>
      </p:sp>
    </p:spTree>
    <p:extLst>
      <p:ext uri="{BB962C8B-B14F-4D97-AF65-F5344CB8AC3E}">
        <p14:creationId xmlns:p14="http://schemas.microsoft.com/office/powerpoint/2010/main" val="1603597842"/>
      </p:ext>
    </p:extLst>
  </p:cSld>
  <p:clrMap bg1="lt1" tx1="dk1" bg2="lt2" tx2="dk2" accent1="accent1" accent2="accent2" accent3="accent3" accent4="accent4" accent5="accent5" accent6="accent6" hlink="hlink" folHlink="folHlink"/>
  <p:sldLayoutIdLst>
    <p:sldLayoutId id="2147484115" r:id="rId1"/>
    <p:sldLayoutId id="2147484116" r:id="rId2"/>
    <p:sldLayoutId id="2147484117" r:id="rId3"/>
    <p:sldLayoutId id="2147484118" r:id="rId4"/>
    <p:sldLayoutId id="2147484119" r:id="rId5"/>
    <p:sldLayoutId id="2147484120" r:id="rId6"/>
    <p:sldLayoutId id="2147484121" r:id="rId7"/>
    <p:sldLayoutId id="2147484122" r:id="rId8"/>
    <p:sldLayoutId id="2147484123" r:id="rId9"/>
  </p:sldLayoutIdLst>
  <p:hf hdr="0" dt="0"/>
  <p:txStyles>
    <p:titleStyle>
      <a:lvl1pPr algn="l" defTabSz="914400" rtl="0" eaLnBrk="1" latinLnBrk="0" hangingPunct="1">
        <a:lnSpc>
          <a:spcPct val="90000"/>
        </a:lnSpc>
        <a:spcBef>
          <a:spcPct val="0"/>
        </a:spcBef>
        <a:buNone/>
        <a:defRPr sz="2650" b="0" kern="1200">
          <a:solidFill>
            <a:schemeClr val="tx1"/>
          </a:solidFill>
          <a:latin typeface="+mj-lt"/>
          <a:ea typeface="+mj-ea"/>
          <a:cs typeface="+mj-cs"/>
        </a:defRPr>
      </a:lvl1pPr>
    </p:titleStyle>
    <p:bodyStyle>
      <a:lvl1pPr marL="0" indent="0" algn="l" defTabSz="914400" rtl="0" eaLnBrk="1" latinLnBrk="0" hangingPunct="1">
        <a:lnSpc>
          <a:spcPct val="120000"/>
        </a:lnSpc>
        <a:spcBef>
          <a:spcPts val="0"/>
        </a:spcBef>
        <a:spcAft>
          <a:spcPts val="400"/>
        </a:spcAft>
        <a:buClr>
          <a:schemeClr val="accent1"/>
        </a:buClr>
        <a:buSzPct val="115000"/>
        <a:buFont typeface="Sora-SIA" pitchFamily="2" charset="0"/>
        <a:buNone/>
        <a:defRPr sz="1600" kern="1200">
          <a:solidFill>
            <a:schemeClr val="tx1"/>
          </a:solidFill>
          <a:latin typeface="+mn-lt"/>
          <a:ea typeface="+mn-ea"/>
          <a:cs typeface="+mn-cs"/>
        </a:defRPr>
      </a:lvl1pPr>
      <a:lvl2pPr marL="228600" indent="-228600" algn="l" defTabSz="914400" rtl="0" eaLnBrk="1" latinLnBrk="0" hangingPunct="1">
        <a:lnSpc>
          <a:spcPct val="120000"/>
        </a:lnSpc>
        <a:spcBef>
          <a:spcPts val="0"/>
        </a:spcBef>
        <a:spcAft>
          <a:spcPts val="400"/>
        </a:spcAft>
        <a:buSzPct val="135000"/>
        <a:buFontTx/>
        <a:buBlip>
          <a:blip>
            <a:extLst>
              <a:ext uri="{96DAC541-7B7A-43D3-8B79-37D633B846F1}">
                <asvg:svgBlip xmlns:asvg="http://schemas.microsoft.com/office/drawing/2016/SVG/main" r:embed="rId14"/>
              </a:ext>
            </a:extLst>
          </a:blip>
        </a:buBlip>
        <a:defRPr sz="1600" kern="1200">
          <a:solidFill>
            <a:schemeClr val="tx1"/>
          </a:solidFill>
          <a:latin typeface="+mn-lt"/>
          <a:ea typeface="+mn-ea"/>
          <a:cs typeface="+mn-cs"/>
        </a:defRPr>
      </a:lvl2pPr>
      <a:lvl3pPr marL="457200" indent="-227013" algn="l" defTabSz="914400" rtl="0" eaLnBrk="1" latinLnBrk="0" hangingPunct="1">
        <a:lnSpc>
          <a:spcPct val="120000"/>
        </a:lnSpc>
        <a:spcBef>
          <a:spcPts val="0"/>
        </a:spcBef>
        <a:spcAft>
          <a:spcPts val="400"/>
        </a:spcAft>
        <a:buSzPct val="80000"/>
        <a:buFont typeface="Wingdings" panose="05000000000000000000" pitchFamily="2" charset="2"/>
        <a:buChar char="§"/>
        <a:defRPr sz="1600" kern="1200">
          <a:solidFill>
            <a:schemeClr val="tx1"/>
          </a:solidFill>
          <a:latin typeface="+mn-lt"/>
          <a:ea typeface="+mn-ea"/>
          <a:cs typeface="+mn-cs"/>
        </a:defRPr>
      </a:lvl3pPr>
      <a:lvl4pPr marL="742950" indent="-227013" algn="l" defTabSz="914400" rtl="0" eaLnBrk="1" latinLnBrk="0" hangingPunct="1">
        <a:lnSpc>
          <a:spcPct val="120000"/>
        </a:lnSpc>
        <a:spcBef>
          <a:spcPts val="0"/>
        </a:spcBef>
        <a:spcAft>
          <a:spcPts val="400"/>
        </a:spcAft>
        <a:buSzPct val="120000"/>
        <a:buFont typeface="Sora-SIA" pitchFamily="2" charset="0"/>
        <a:buChar char="̵"/>
        <a:defRPr sz="1600" kern="1200">
          <a:solidFill>
            <a:schemeClr val="tx1"/>
          </a:solidFill>
          <a:latin typeface="+mn-lt"/>
          <a:ea typeface="+mn-ea"/>
          <a:cs typeface="+mn-cs"/>
        </a:defRPr>
      </a:lvl4pPr>
      <a:lvl5pPr marL="971550" indent="-231775" algn="l" defTabSz="914400" rtl="0" eaLnBrk="1" latinLnBrk="0" hangingPunct="1">
        <a:lnSpc>
          <a:spcPct val="120000"/>
        </a:lnSpc>
        <a:spcBef>
          <a:spcPts val="0"/>
        </a:spcBef>
        <a:spcAft>
          <a:spcPts val="400"/>
        </a:spcAft>
        <a:buSzPct val="8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15:clr>
            <a:srgbClr val="F26B43"/>
          </p15:clr>
        </p15:guide>
        <p15:guide id="22" pos="7680">
          <p15:clr>
            <a:srgbClr val="F26B43"/>
          </p15:clr>
        </p15:guide>
        <p15:guide id="23" pos="270">
          <p15:clr>
            <a:srgbClr val="F26B43"/>
          </p15:clr>
        </p15:guide>
        <p15:guide id="24" pos="1335">
          <p15:clr>
            <a:srgbClr val="F26B43"/>
          </p15:clr>
        </p15:guide>
        <p15:guide id="25" pos="1485">
          <p15:clr>
            <a:srgbClr val="F26B43"/>
          </p15:clr>
        </p15:guide>
        <p15:guide id="26" pos="2550">
          <p15:clr>
            <a:srgbClr val="F26B43"/>
          </p15:clr>
        </p15:guide>
        <p15:guide id="27" pos="2700">
          <p15:clr>
            <a:srgbClr val="F26B43"/>
          </p15:clr>
        </p15:guide>
        <p15:guide id="28" pos="3765">
          <p15:clr>
            <a:srgbClr val="F26B43"/>
          </p15:clr>
        </p15:guide>
        <p15:guide id="29" pos="3914">
          <p15:clr>
            <a:srgbClr val="F26B43"/>
          </p15:clr>
        </p15:guide>
        <p15:guide id="30" pos="4979">
          <p15:clr>
            <a:srgbClr val="F26B43"/>
          </p15:clr>
        </p15:guide>
        <p15:guide id="31" pos="5129">
          <p15:clr>
            <a:srgbClr val="F26B43"/>
          </p15:clr>
        </p15:guide>
        <p15:guide id="32" pos="6194">
          <p15:clr>
            <a:srgbClr val="F26B43"/>
          </p15:clr>
        </p15:guide>
        <p15:guide id="33" pos="6344">
          <p15:clr>
            <a:srgbClr val="F26B43"/>
          </p15:clr>
        </p15:guide>
        <p15:guide id="34" pos="7409">
          <p15:clr>
            <a:srgbClr val="F26B43"/>
          </p15:clr>
        </p15:guide>
        <p15:guide id="35" orient="horz">
          <p15:clr>
            <a:srgbClr val="F26B43"/>
          </p15:clr>
        </p15:guide>
        <p15:guide id="36" orient="horz" pos="4320">
          <p15:clr>
            <a:srgbClr val="F26B43"/>
          </p15:clr>
        </p15:guide>
        <p15:guide id="37" orient="horz" pos="322">
          <p15:clr>
            <a:srgbClr val="F26B43"/>
          </p15:clr>
        </p15:guide>
        <p15:guide id="38" orient="horz" pos="4080">
          <p15:clr>
            <a:srgbClr val="F26B43"/>
          </p15:clr>
        </p15:guide>
        <p15:guide id="39" orient="horz" pos="720">
          <p15:clr>
            <a:srgbClr val="F26B43"/>
          </p15:clr>
        </p15:guide>
        <p15:guide id="40" orient="horz" pos="960">
          <p15:clr>
            <a:srgbClr val="F26B43"/>
          </p15:clr>
        </p15:guide>
        <p15:guide id="41" orient="horz" pos="1320">
          <p15:clr>
            <a:srgbClr val="F26B43"/>
          </p15:clr>
        </p15:guide>
        <p15:guide id="42" orient="horz" pos="1272">
          <p15:clr>
            <a:srgbClr val="F26B43"/>
          </p15:clr>
        </p15:guide>
        <p15:guide id="43" pos="1944">
          <p15:clr>
            <a:srgbClr val="F26B43"/>
          </p15:clr>
        </p15:guide>
        <p15:guide id="44" pos="2088">
          <p15:clr>
            <a:srgbClr val="F26B43"/>
          </p15:clr>
        </p15:guide>
        <p15:guide id="45" pos="5597">
          <p15:clr>
            <a:srgbClr val="F26B43"/>
          </p15:clr>
        </p15:guide>
        <p15:guide id="46" pos="5741">
          <p15:clr>
            <a:srgbClr val="F26B43"/>
          </p15:clr>
        </p15:guide>
        <p15:guide id="47" pos="3840">
          <p15:clr>
            <a:srgbClr val="F26B43"/>
          </p15:clr>
        </p15:guide>
        <p15:guide id="48"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8778240" y="1143000"/>
            <a:ext cx="2331720" cy="82296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0" y="1271016"/>
            <a:ext cx="2057400" cy="274320"/>
          </a:xfrm>
          <a:prstGeom prst="rect">
            <a:avLst/>
          </a:prstGeom>
          <a:noFill/>
        </p:spPr>
        <p:txBody>
          <a:bodyPr wrap="none">
            <a:spAutoFit/>
          </a:bodyPr>
          <a:lstStyle/>
          <a:p>
            <a:pPr>
              <a:defRPr sz="1700" b="1">
                <a:solidFill>
                  <a:srgbClr val="0A151E"/>
                </a:solidFill>
                <a:latin typeface="Sora-SIA"/>
              </a:defRPr>
            </a:pPr>
            <a:r>
              <a:t>WATCH</a:t>
            </a:r>
          </a:p>
        </p:txBody>
      </p:sp>
      <p:sp>
        <p:nvSpPr>
          <p:cNvPr id="4" name="TextBox 3"/>
          <p:cNvSpPr txBox="1"/>
          <p:nvPr/>
        </p:nvSpPr>
        <p:spPr>
          <a:xfrm>
            <a:off x="8915400" y="1618488"/>
            <a:ext cx="2057400" cy="201168"/>
          </a:xfrm>
          <a:prstGeom prst="rect">
            <a:avLst/>
          </a:prstGeom>
          <a:noFill/>
        </p:spPr>
        <p:txBody>
          <a:bodyPr wrap="none">
            <a:spAutoFit/>
          </a:bodyPr>
          <a:lstStyle/>
          <a:p>
            <a:pPr>
              <a:defRPr sz="800" b="0">
                <a:solidFill>
                  <a:srgbClr val="455669"/>
                </a:solidFill>
                <a:latin typeface="Sora-SIA"/>
              </a:defRPr>
            </a:pPr>
            <a:r>
              <a:t>Recommandation</a:t>
            </a:r>
          </a:p>
        </p:txBody>
      </p:sp>
      <p:sp>
        <p:nvSpPr>
          <p:cNvPr id="5" name="Rounded Rectangle 4"/>
          <p:cNvSpPr/>
          <p:nvPr/>
        </p:nvSpPr>
        <p:spPr>
          <a:xfrm>
            <a:off x="8778240" y="2148840"/>
            <a:ext cx="2331720" cy="822960"/>
          </a:xfrm>
          <a:prstGeom prst="roundRect">
            <a:avLst/>
          </a:prstGeom>
          <a:solidFill>
            <a:srgbClr val="F4F6FC"/>
          </a:solidFill>
          <a:ln>
            <a:solidFill>
              <a:srgbClr val="FBA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15400" y="2276856"/>
            <a:ext cx="2057400" cy="274320"/>
          </a:xfrm>
          <a:prstGeom prst="rect">
            <a:avLst/>
          </a:prstGeom>
          <a:noFill/>
        </p:spPr>
        <p:txBody>
          <a:bodyPr wrap="none">
            <a:spAutoFit/>
          </a:bodyPr>
          <a:lstStyle/>
          <a:p>
            <a:pPr>
              <a:defRPr sz="1700" b="1">
                <a:solidFill>
                  <a:srgbClr val="0A151E"/>
                </a:solidFill>
                <a:latin typeface="Sora-SIA"/>
              </a:defRPr>
            </a:pPr>
            <a:r>
              <a:t>À confirmer</a:t>
            </a:r>
          </a:p>
        </p:txBody>
      </p:sp>
      <p:sp>
        <p:nvSpPr>
          <p:cNvPr id="7" name="TextBox 6"/>
          <p:cNvSpPr txBox="1"/>
          <p:nvPr/>
        </p:nvSpPr>
        <p:spPr>
          <a:xfrm>
            <a:off x="8915400" y="2624328"/>
            <a:ext cx="2057400" cy="201168"/>
          </a:xfrm>
          <a:prstGeom prst="rect">
            <a:avLst/>
          </a:prstGeom>
          <a:noFill/>
        </p:spPr>
        <p:txBody>
          <a:bodyPr wrap="none">
            <a:spAutoFit/>
          </a:bodyPr>
          <a:lstStyle/>
          <a:p>
            <a:pPr>
              <a:defRPr sz="800" b="0">
                <a:solidFill>
                  <a:srgbClr val="455669"/>
                </a:solidFill>
                <a:latin typeface="Sora-SIA"/>
              </a:defRPr>
            </a:pPr>
            <a:r>
              <a:t>Score GO / NO GO</a:t>
            </a:r>
          </a:p>
        </p:txBody>
      </p:sp>
      <p:sp>
        <p:nvSpPr>
          <p:cNvPr id="8" name="TextBox 7"/>
          <p:cNvSpPr txBox="1"/>
          <p:nvPr/>
        </p:nvSpPr>
        <p:spPr>
          <a:xfrm>
            <a:off x="594360" y="6217920"/>
            <a:ext cx="7315200" cy="228600"/>
          </a:xfrm>
          <a:prstGeom prst="rect">
            <a:avLst/>
          </a:prstGeom>
          <a:noFill/>
        </p:spPr>
        <p:txBody>
          <a:bodyPr wrap="none">
            <a:spAutoFit/>
          </a:bodyPr>
          <a:lstStyle/>
          <a:p>
            <a:pPr>
              <a:defRPr sz="900" b="0">
                <a:solidFill>
                  <a:srgbClr val="455669"/>
                </a:solidFill>
                <a:latin typeface="Sora-SIA"/>
              </a:defRPr>
            </a:pPr>
            <a:r>
              <a:t>AO OP00042236 | À confirmer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1508760"/>
            <a:ext cx="2331720" cy="82296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636776"/>
            <a:ext cx="2057400" cy="274320"/>
          </a:xfrm>
          <a:prstGeom prst="rect">
            <a:avLst/>
          </a:prstGeom>
          <a:noFill/>
        </p:spPr>
        <p:txBody>
          <a:bodyPr wrap="none">
            <a:spAutoFit/>
          </a:bodyPr>
          <a:lstStyle/>
          <a:p>
            <a:pPr>
              <a:defRPr sz="1700" b="1">
                <a:solidFill>
                  <a:srgbClr val="0A151E"/>
                </a:solidFill>
                <a:latin typeface="Sora-SIA"/>
              </a:defRPr>
            </a:pPr>
            <a:r>
              <a:t>WATCH</a:t>
            </a:r>
          </a:p>
        </p:txBody>
      </p:sp>
      <p:sp>
        <p:nvSpPr>
          <p:cNvPr id="4" name="TextBox 3"/>
          <p:cNvSpPr txBox="1"/>
          <p:nvPr/>
        </p:nvSpPr>
        <p:spPr>
          <a:xfrm>
            <a:off x="868680" y="1984248"/>
            <a:ext cx="2057400" cy="201168"/>
          </a:xfrm>
          <a:prstGeom prst="rect">
            <a:avLst/>
          </a:prstGeom>
          <a:noFill/>
        </p:spPr>
        <p:txBody>
          <a:bodyPr wrap="none">
            <a:spAutoFit/>
          </a:bodyPr>
          <a:lstStyle/>
          <a:p>
            <a:pPr>
              <a:defRPr sz="800" b="0">
                <a:solidFill>
                  <a:srgbClr val="455669"/>
                </a:solidFill>
                <a:latin typeface="Sora-SIA"/>
              </a:defRPr>
            </a:pPr>
            <a:r>
              <a:t>Recommandation</a:t>
            </a:r>
          </a:p>
        </p:txBody>
      </p:sp>
      <p:sp>
        <p:nvSpPr>
          <p:cNvPr id="5" name="Rounded Rectangle 4"/>
          <p:cNvSpPr/>
          <p:nvPr/>
        </p:nvSpPr>
        <p:spPr>
          <a:xfrm>
            <a:off x="3429000" y="1508760"/>
            <a:ext cx="2331720" cy="822960"/>
          </a:xfrm>
          <a:prstGeom prst="roundRect">
            <a:avLst/>
          </a:prstGeom>
          <a:solidFill>
            <a:srgbClr val="F4F6FC"/>
          </a:solidFill>
          <a:ln>
            <a:solidFill>
              <a:srgbClr val="FBA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636776"/>
            <a:ext cx="2057400" cy="274320"/>
          </a:xfrm>
          <a:prstGeom prst="rect">
            <a:avLst/>
          </a:prstGeom>
          <a:noFill/>
        </p:spPr>
        <p:txBody>
          <a:bodyPr wrap="none">
            <a:spAutoFit/>
          </a:bodyPr>
          <a:lstStyle/>
          <a:p>
            <a:pPr>
              <a:defRPr sz="1700" b="1">
                <a:solidFill>
                  <a:srgbClr val="0A151E"/>
                </a:solidFill>
                <a:latin typeface="Sora-SIA"/>
              </a:defRPr>
            </a:pPr>
            <a:r>
              <a:t>À confirmer</a:t>
            </a:r>
          </a:p>
        </p:txBody>
      </p:sp>
      <p:sp>
        <p:nvSpPr>
          <p:cNvPr id="7" name="TextBox 6"/>
          <p:cNvSpPr txBox="1"/>
          <p:nvPr/>
        </p:nvSpPr>
        <p:spPr>
          <a:xfrm>
            <a:off x="3566160" y="1984248"/>
            <a:ext cx="2057400" cy="201168"/>
          </a:xfrm>
          <a:prstGeom prst="rect">
            <a:avLst/>
          </a:prstGeom>
          <a:noFill/>
        </p:spPr>
        <p:txBody>
          <a:bodyPr wrap="none">
            <a:spAutoFit/>
          </a:bodyPr>
          <a:lstStyle/>
          <a:p>
            <a:pPr>
              <a:defRPr sz="800" b="0">
                <a:solidFill>
                  <a:srgbClr val="455669"/>
                </a:solidFill>
                <a:latin typeface="Sora-SIA"/>
              </a:defRPr>
            </a:pPr>
            <a:r>
              <a:t>Score</a:t>
            </a:r>
          </a:p>
        </p:txBody>
      </p:sp>
      <p:sp>
        <p:nvSpPr>
          <p:cNvPr id="8" name="Rounded Rectangle 7"/>
          <p:cNvSpPr/>
          <p:nvPr/>
        </p:nvSpPr>
        <p:spPr>
          <a:xfrm>
            <a:off x="6126480" y="1508760"/>
            <a:ext cx="2331720" cy="822960"/>
          </a:xfrm>
          <a:prstGeom prst="roundRect">
            <a:avLst/>
          </a:prstGeom>
          <a:solidFill>
            <a:srgbClr val="F4F6FC"/>
          </a:solidFill>
          <a:ln>
            <a:solidFill>
              <a:srgbClr val="00DE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36776"/>
            <a:ext cx="2057400" cy="274320"/>
          </a:xfrm>
          <a:prstGeom prst="rect">
            <a:avLst/>
          </a:prstGeom>
          <a:noFill/>
        </p:spPr>
        <p:txBody>
          <a:bodyPr wrap="none">
            <a:spAutoFit/>
          </a:bodyPr>
          <a:lstStyle/>
          <a:p>
            <a:pPr>
              <a:defRPr sz="1700" b="1">
                <a:solidFill>
                  <a:srgbClr val="0A151E"/>
                </a:solidFill>
                <a:latin typeface="Sora-SIA"/>
              </a:defRPr>
            </a:pPr>
            <a:r>
              <a:t>Faible</a:t>
            </a:r>
          </a:p>
        </p:txBody>
      </p:sp>
      <p:sp>
        <p:nvSpPr>
          <p:cNvPr id="10" name="TextBox 9"/>
          <p:cNvSpPr txBox="1"/>
          <p:nvPr/>
        </p:nvSpPr>
        <p:spPr>
          <a:xfrm>
            <a:off x="6263640" y="1984248"/>
            <a:ext cx="2057400" cy="201168"/>
          </a:xfrm>
          <a:prstGeom prst="rect">
            <a:avLst/>
          </a:prstGeom>
          <a:noFill/>
        </p:spPr>
        <p:txBody>
          <a:bodyPr wrap="none">
            <a:spAutoFit/>
          </a:bodyPr>
          <a:lstStyle/>
          <a:p>
            <a:pPr>
              <a:defRPr sz="800" b="0">
                <a:solidFill>
                  <a:srgbClr val="455669"/>
                </a:solidFill>
                <a:latin typeface="Sora-SIA"/>
              </a:defRPr>
            </a:pPr>
            <a:r>
              <a:t>Confiance</a:t>
            </a:r>
          </a:p>
        </p:txBody>
      </p:sp>
      <p:sp>
        <p:nvSpPr>
          <p:cNvPr id="11" name="TextBox 10"/>
          <p:cNvSpPr txBox="1"/>
          <p:nvPr/>
        </p:nvSpPr>
        <p:spPr>
          <a:xfrm>
            <a:off x="868680" y="2788920"/>
            <a:ext cx="4846320" cy="2377440"/>
          </a:xfrm>
          <a:prstGeom prst="rect">
            <a:avLst/>
          </a:prstGeom>
          <a:noFill/>
        </p:spPr>
        <p:txBody>
          <a:bodyPr wrap="none">
            <a:spAutoFit/>
          </a:bodyPr>
          <a:lstStyle/>
          <a:p>
            <a:pPr>
              <a:defRPr sz="1200" b="0">
                <a:solidFill>
                  <a:srgbClr val="0A151E"/>
                </a:solidFill>
                <a:latin typeface="Sora-SIA"/>
              </a:defRPr>
            </a:pPr>
            <a:r>
              <a:t>AO collecté depuis une source publique existante</a:t>
            </a:r>
          </a:p>
          <a:p>
            <a:pPr>
              <a:defRPr sz="1200" b="0">
                <a:solidFill>
                  <a:srgbClr val="0A151E"/>
                </a:solidFill>
                <a:latin typeface="Sora-SIA"/>
              </a:defRPr>
            </a:pPr>
            <a:r>
              <a:t>Qualification détaillée à compléter</a:t>
            </a:r>
          </a:p>
        </p:txBody>
      </p:sp>
      <p:sp>
        <p:nvSpPr>
          <p:cNvPr id="12" name="TextBox 11"/>
          <p:cNvSpPr txBox="1"/>
          <p:nvPr/>
        </p:nvSpPr>
        <p:spPr>
          <a:xfrm>
            <a:off x="6309360" y="2788920"/>
            <a:ext cx="4846320" cy="2377440"/>
          </a:xfrm>
          <a:prstGeom prst="rect">
            <a:avLst/>
          </a:prstGeom>
          <a:noFill/>
        </p:spPr>
        <p:txBody>
          <a:bodyPr wrap="none">
            <a:spAutoFit/>
          </a:bodyPr>
          <a:lstStyle/>
          <a:p>
            <a:pPr>
              <a:defRPr sz="1200" b="0">
                <a:solidFill>
                  <a:srgbClr val="0A151E"/>
                </a:solidFill>
                <a:latin typeface="Sora-SIA"/>
              </a:defRPr>
            </a:pPr>
            <a:r>
              <a:t>Budget et date limite à confirmer</a:t>
            </a:r>
          </a:p>
        </p:txBody>
      </p:sp>
      <p:sp>
        <p:nvSpPr>
          <p:cNvPr id="13" name="TextBox 12"/>
          <p:cNvSpPr txBox="1"/>
          <p:nvPr/>
        </p:nvSpPr>
        <p:spPr>
          <a:xfrm>
            <a:off x="868680" y="5623560"/>
            <a:ext cx="10149840" cy="411480"/>
          </a:xfrm>
          <a:prstGeom prst="rect">
            <a:avLst/>
          </a:prstGeom>
          <a:noFill/>
        </p:spPr>
        <p:txBody>
          <a:bodyPr wrap="none">
            <a:spAutoFit/>
          </a:bodyPr>
          <a:lstStyle/>
          <a:p>
            <a:pPr>
              <a:defRPr sz="1200" b="1">
                <a:solidFill>
                  <a:srgbClr val="173044"/>
                </a:solidFill>
                <a:latin typeface="Sora-SIA"/>
              </a:defRPr>
            </a:pPr>
            <a:r>
              <a:t>Prochaine action : Qualifier le dossier avec les pièces AO avant décision GO/NO GO.</a:t>
            </a:r>
          </a:p>
        </p:txBody>
      </p:sp>
      <p:sp>
        <p:nvSpPr>
          <p:cNvPr id="14" name="TextBox 13"/>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417320"/>
            <a:ext cx="5120640" cy="228600"/>
          </a:xfrm>
          <a:prstGeom prst="rect">
            <a:avLst/>
          </a:prstGeom>
          <a:noFill/>
        </p:spPr>
        <p:txBody>
          <a:bodyPr wrap="none">
            <a:spAutoFit/>
          </a:bodyPr>
          <a:lstStyle/>
          <a:p>
            <a:pPr>
              <a:defRPr sz="1200" b="1">
                <a:solidFill>
                  <a:srgbClr val="0A151E"/>
                </a:solidFill>
                <a:latin typeface="Sora-SIA"/>
              </a:defRPr>
            </a:pPr>
            <a:r>
              <a:t>Contexte client</a:t>
            </a:r>
          </a:p>
        </p:txBody>
      </p:sp>
      <p:sp>
        <p:nvSpPr>
          <p:cNvPr id="3" name="TextBox 2"/>
          <p:cNvSpPr txBox="1"/>
          <p:nvPr/>
        </p:nvSpPr>
        <p:spPr>
          <a:xfrm>
            <a:off x="685800" y="1737360"/>
            <a:ext cx="5120640" cy="1005840"/>
          </a:xfrm>
          <a:prstGeom prst="rect">
            <a:avLst/>
          </a:prstGeom>
          <a:noFill/>
        </p:spPr>
        <p:txBody>
          <a:bodyPr wrap="none">
            <a:spAutoFit/>
          </a:bodyPr>
          <a:lstStyle/>
          <a:p>
            <a:pPr>
              <a:defRPr sz="1100" b="0">
                <a:solidFill>
                  <a:srgbClr val="455669"/>
                </a:solidFill>
                <a:latin typeface="Sora-SIA"/>
              </a:defRPr>
            </a:pPr>
            <a:r>
              <a:t>Afghanistan: System Enhancement for Health Action in Transition Project</a:t>
            </a:r>
          </a:p>
        </p:txBody>
      </p:sp>
      <p:sp>
        <p:nvSpPr>
          <p:cNvPr id="4" name="TextBox 3"/>
          <p:cNvSpPr txBox="1"/>
          <p:nvPr/>
        </p:nvSpPr>
        <p:spPr>
          <a:xfrm>
            <a:off x="685800" y="2971800"/>
            <a:ext cx="5120640" cy="228600"/>
          </a:xfrm>
          <a:prstGeom prst="rect">
            <a:avLst/>
          </a:prstGeom>
          <a:noFill/>
        </p:spPr>
        <p:txBody>
          <a:bodyPr wrap="none">
            <a:spAutoFit/>
          </a:bodyPr>
          <a:lstStyle/>
          <a:p>
            <a:pPr>
              <a:defRPr sz="1200" b="1">
                <a:solidFill>
                  <a:srgbClr val="0A151E"/>
                </a:solidFill>
                <a:latin typeface="Sora-SIA"/>
              </a:defRPr>
            </a:pPr>
            <a:r>
              <a:t>Périmètre</a:t>
            </a:r>
          </a:p>
        </p:txBody>
      </p:sp>
      <p:sp>
        <p:nvSpPr>
          <p:cNvPr id="5" name="TextBox 4"/>
          <p:cNvSpPr txBox="1"/>
          <p:nvPr/>
        </p:nvSpPr>
        <p:spPr>
          <a:xfrm>
            <a:off x="685800" y="3291840"/>
            <a:ext cx="5120640" cy="1005840"/>
          </a:xfrm>
          <a:prstGeom prst="rect">
            <a:avLst/>
          </a:prstGeom>
          <a:noFill/>
        </p:spPr>
        <p:txBody>
          <a:bodyPr wrap="none">
            <a:spAutoFit/>
          </a:bodyPr>
          <a:lstStyle/>
          <a:p>
            <a:pPr>
              <a:defRPr sz="1100" b="0">
                <a:solidFill>
                  <a:srgbClr val="455669"/>
                </a:solidFill>
                <a:latin typeface="Sora-SIA"/>
              </a:defRPr>
            </a:pPr>
            <a:r>
              <a:t>Afghanistan: System Enhancement for Health Action in Transition Project</a:t>
            </a:r>
          </a:p>
        </p:txBody>
      </p:sp>
      <p:sp>
        <p:nvSpPr>
          <p:cNvPr id="6" name="TextBox 5"/>
          <p:cNvSpPr txBox="1"/>
          <p:nvPr/>
        </p:nvSpPr>
        <p:spPr>
          <a:xfrm>
            <a:off x="6263640" y="1417320"/>
            <a:ext cx="5029200" cy="228600"/>
          </a:xfrm>
          <a:prstGeom prst="rect">
            <a:avLst/>
          </a:prstGeom>
          <a:noFill/>
        </p:spPr>
        <p:txBody>
          <a:bodyPr wrap="none">
            <a:spAutoFit/>
          </a:bodyPr>
          <a:lstStyle/>
          <a:p>
            <a:pPr>
              <a:defRPr sz="1200" b="1">
                <a:solidFill>
                  <a:srgbClr val="0A151E"/>
                </a:solidFill>
                <a:latin typeface="Sora-SIA"/>
              </a:defRPr>
            </a:pPr>
            <a:r>
              <a:t>Enjeux et thèmes de gain</a:t>
            </a:r>
          </a:p>
        </p:txBody>
      </p:sp>
      <p:sp>
        <p:nvSpPr>
          <p:cNvPr id="7" name="TextBox 6"/>
          <p:cNvSpPr txBox="1"/>
          <p:nvPr/>
        </p:nvSpPr>
        <p:spPr>
          <a:xfrm>
            <a:off x="6263640" y="1737360"/>
            <a:ext cx="5029200" cy="3291840"/>
          </a:xfrm>
          <a:prstGeom prst="rect">
            <a:avLst/>
          </a:prstGeom>
          <a:noFill/>
        </p:spPr>
        <p:txBody>
          <a:bodyPr wrap="none">
            <a:spAutoFit/>
          </a:bodyPr>
          <a:lstStyle/>
          <a:p>
            <a:pPr>
              <a:defRPr sz="1200" b="0">
                <a:solidFill>
                  <a:srgbClr val="0A151E"/>
                </a:solidFill>
                <a:latin typeface="Sora-SIA"/>
              </a:defRPr>
            </a:pPr>
            <a:r>
              <a:t>Contract Award</a:t>
            </a:r>
          </a:p>
          <a:p>
            <a:pPr>
              <a:defRPr sz="1200" b="0">
                <a:solidFill>
                  <a:srgbClr val="0A151E"/>
                </a:solidFill>
                <a:latin typeface="Sora-SIA"/>
              </a:defRPr>
            </a:pPr>
            <a:r>
              <a:t>Clarification du besoin</a:t>
            </a:r>
          </a:p>
          <a:p>
            <a:pPr>
              <a:defRPr sz="1200" b="0">
                <a:solidFill>
                  <a:srgbClr val="0A151E"/>
                </a:solidFill>
                <a:latin typeface="Sora-SIA"/>
              </a:defRPr>
            </a:pPr>
            <a:r>
              <a:t>Traçabilité source</a:t>
            </a:r>
          </a:p>
        </p:txBody>
      </p:sp>
      <p:sp>
        <p:nvSpPr>
          <p:cNvPr id="8" name="TextBox 7"/>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2331720"/>
        </p:xfrm>
        <a:graphic>
          <a:graphicData uri="http://schemas.openxmlformats.org/drawingml/2006/table">
            <a:tbl>
              <a:tblPr firstRow="1" bandRow="1">
                <a:tableStyleId>{5C22544A-7EE6-4342-B048-85BDC9FD1C3A}</a:tableStyleId>
              </a:tblPr>
              <a:tblGrid>
                <a:gridCol w="3596640"/>
                <a:gridCol w="3596640"/>
                <a:gridCol w="3596640"/>
              </a:tblGrid>
              <a:tr h="1165860">
                <a:tc>
                  <a:txBody>
                    <a:bodyPr/>
                    <a:lstStyle/>
                    <a:p>
                      <a:pPr>
                        <a:defRPr sz="800" b="1">
                          <a:solidFill>
                            <a:srgbClr val="FFFFFF"/>
                          </a:solidFill>
                          <a:latin typeface="Sora-SIA"/>
                        </a:defRPr>
                      </a:pPr>
                      <a:r>
                        <a:t>Risque</a:t>
                      </a:r>
                    </a:p>
                  </a:txBody>
                  <a:tcPr>
                    <a:solidFill>
                      <a:srgbClr val="0A151E"/>
                    </a:solidFill>
                  </a:tcPr>
                </a:tc>
                <a:tc>
                  <a:txBody>
                    <a:bodyPr/>
                    <a:lstStyle/>
                    <a:p>
                      <a:pPr>
                        <a:defRPr sz="800" b="1">
                          <a:solidFill>
                            <a:srgbClr val="FFFFFF"/>
                          </a:solidFill>
                          <a:latin typeface="Sora-SIA"/>
                        </a:defRPr>
                      </a:pPr>
                      <a:r>
                        <a:t>Sévérité</a:t>
                      </a:r>
                    </a:p>
                  </a:txBody>
                  <a:tcPr>
                    <a:solidFill>
                      <a:srgbClr val="0A151E"/>
                    </a:solidFill>
                  </a:tcPr>
                </a:tc>
                <a:tc>
                  <a:txBody>
                    <a:bodyPr/>
                    <a:lstStyle/>
                    <a:p>
                      <a:pPr>
                        <a:defRPr sz="800" b="1">
                          <a:solidFill>
                            <a:srgbClr val="FFFFFF"/>
                          </a:solidFill>
                          <a:latin typeface="Sora-SIA"/>
                        </a:defRPr>
                      </a:pPr>
                      <a:r>
                        <a:t>Mitigation</a:t>
                      </a:r>
                    </a:p>
                  </a:txBody>
                  <a:tcPr>
                    <a:solidFill>
                      <a:srgbClr val="0A151E"/>
                    </a:solidFill>
                  </a:tcPr>
                </a:tc>
              </a:tr>
              <a:tr h="1165860">
                <a:tc>
                  <a:txBody>
                    <a:bodyPr/>
                    <a:lstStyle/>
                    <a:p>
                      <a:pPr>
                        <a:defRPr sz="800" b="0">
                          <a:solidFill>
                            <a:srgbClr val="0A151E"/>
                          </a:solidFill>
                          <a:latin typeface="Sora-SIA"/>
                        </a:defRPr>
                      </a:pPr>
                      <a:r>
                        <a:t>Informations incomplètes</a:t>
                      </a:r>
                    </a:p>
                  </a:txBody>
                  <a:tcPr/>
                </a:tc>
                <a:tc>
                  <a:txBody>
                    <a:bodyPr/>
                    <a:lstStyle/>
                    <a:p>
                      <a:pPr>
                        <a:defRPr sz="800" b="0">
                          <a:solidFill>
                            <a:srgbClr val="0A151E"/>
                          </a:solidFill>
                          <a:latin typeface="Sora-SIA"/>
                        </a:defRPr>
                      </a:pPr>
                      <a:r>
                        <a:t>Moyen</a:t>
                      </a:r>
                    </a:p>
                  </a:txBody>
                  <a:tcPr/>
                </a:tc>
                <a:tc>
                  <a:txBody>
                    <a:bodyPr/>
                    <a:lstStyle/>
                    <a:p>
                      <a:pPr>
                        <a:defRPr sz="800" b="0">
                          <a:solidFill>
                            <a:srgbClr val="0A151E"/>
                          </a:solidFill>
                          <a:latin typeface="Sora-SIA"/>
                        </a:defRPr>
                      </a:pPr>
                      <a:r>
                        <a:t>Compléter la qualification documentaire.</a:t>
                      </a:r>
                    </a:p>
                  </a:txBody>
                  <a:tcPr/>
                </a:tc>
              </a:tr>
            </a:tbl>
          </a:graphicData>
        </a:graphic>
      </p:graphicFrame>
      <p:sp>
        <p:nvSpPr>
          <p:cNvPr id="3" name="TextBox 2"/>
          <p:cNvSpPr txBox="1"/>
          <p:nvPr/>
        </p:nvSpPr>
        <p:spPr>
          <a:xfrm>
            <a:off x="685800" y="4069080"/>
            <a:ext cx="5120640" cy="228600"/>
          </a:xfrm>
          <a:prstGeom prst="rect">
            <a:avLst/>
          </a:prstGeom>
          <a:noFill/>
        </p:spPr>
        <p:txBody>
          <a:bodyPr wrap="none">
            <a:spAutoFit/>
          </a:bodyPr>
          <a:lstStyle/>
          <a:p>
            <a:pPr>
              <a:defRPr sz="1200" b="1">
                <a:solidFill>
                  <a:srgbClr val="0A151E"/>
                </a:solidFill>
                <a:latin typeface="Sora-SIA"/>
              </a:defRPr>
            </a:pPr>
            <a:r>
              <a:t>Questions de clarification</a:t>
            </a:r>
          </a:p>
        </p:txBody>
      </p:sp>
      <p:sp>
        <p:nvSpPr>
          <p:cNvPr id="4" name="TextBox 3"/>
          <p:cNvSpPr txBox="1"/>
          <p:nvPr/>
        </p:nvSpPr>
        <p:spPr>
          <a:xfrm>
            <a:off x="685800" y="4389120"/>
            <a:ext cx="10424160" cy="1325880"/>
          </a:xfrm>
          <a:prstGeom prst="rect">
            <a:avLst/>
          </a:prstGeom>
          <a:noFill/>
        </p:spPr>
        <p:txBody>
          <a:bodyPr wrap="none">
            <a:spAutoFit/>
          </a:bodyPr>
          <a:lstStyle/>
          <a:p>
            <a:pPr>
              <a:defRPr sz="1100" b="0">
                <a:solidFill>
                  <a:srgbClr val="0A151E"/>
                </a:solidFill>
                <a:latin typeface="Sora-SIA"/>
              </a:defRPr>
            </a:pPr>
            <a:r>
              <a:t>Quels sont les critères de notation ?</a:t>
            </a:r>
          </a:p>
          <a:p>
            <a:pPr>
              <a:defRPr sz="1100" b="0">
                <a:solidFill>
                  <a:srgbClr val="0A151E"/>
                </a:solidFill>
                <a:latin typeface="Sora-SIA"/>
              </a:defRPr>
            </a:pPr>
            <a:r>
              <a:t>Quel est le calendrier confirmé ?</a:t>
            </a:r>
          </a:p>
        </p:txBody>
      </p:sp>
      <p:sp>
        <p:nvSpPr>
          <p:cNvPr id="5" name="TextBox 4"/>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685800" y="1417320"/>
          <a:ext cx="10789920" cy="2148840"/>
        </p:xfrm>
        <a:graphic>
          <a:graphicData uri="http://schemas.openxmlformats.org/drawingml/2006/table">
            <a:tbl>
              <a:tblPr firstRow="1" bandRow="1">
                <a:tableStyleId>{5C22544A-7EE6-4342-B048-85BDC9FD1C3A}</a:tableStyleId>
              </a:tblPr>
              <a:tblGrid>
                <a:gridCol w="3596640"/>
                <a:gridCol w="3596640"/>
                <a:gridCol w="3596640"/>
              </a:tblGrid>
              <a:tr h="1074420">
                <a:tc>
                  <a:txBody>
                    <a:bodyPr/>
                    <a:lstStyle/>
                    <a:p>
                      <a:pPr>
                        <a:defRPr sz="800" b="1">
                          <a:solidFill>
                            <a:srgbClr val="FFFFFF"/>
                          </a:solidFill>
                          <a:latin typeface="Sora-SIA"/>
                        </a:defRPr>
                      </a:pPr>
                      <a:r>
                        <a:t>Source</a:t>
                      </a:r>
                    </a:p>
                  </a:txBody>
                  <a:tcPr>
                    <a:solidFill>
                      <a:srgbClr val="0A151E"/>
                    </a:solidFill>
                  </a:tcPr>
                </a:tc>
                <a:tc>
                  <a:txBody>
                    <a:bodyPr/>
                    <a:lstStyle/>
                    <a:p>
                      <a:pPr>
                        <a:defRPr sz="800" b="1">
                          <a:solidFill>
                            <a:srgbClr val="FFFFFF"/>
                          </a:solidFill>
                          <a:latin typeface="Sora-SIA"/>
                        </a:defRPr>
                      </a:pPr>
                      <a:r>
                        <a:t>URL</a:t>
                      </a:r>
                    </a:p>
                  </a:txBody>
                  <a:tcPr>
                    <a:solidFill>
                      <a:srgbClr val="0A151E"/>
                    </a:solidFill>
                  </a:tcPr>
                </a:tc>
                <a:tc>
                  <a:txBody>
                    <a:bodyPr/>
                    <a:lstStyle/>
                    <a:p>
                      <a:pPr>
                        <a:defRPr sz="800" b="1">
                          <a:solidFill>
                            <a:srgbClr val="FFFFFF"/>
                          </a:solidFill>
                          <a:latin typeface="Sora-SIA"/>
                        </a:defRPr>
                      </a:pPr>
                      <a:r>
                        <a:t>Consultation</a:t>
                      </a:r>
                    </a:p>
                  </a:txBody>
                  <a:tcPr>
                    <a:solidFill>
                      <a:srgbClr val="0A151E"/>
                    </a:solidFill>
                  </a:tcPr>
                </a:tc>
              </a:tr>
              <a:tr h="1074420">
                <a:tc>
                  <a:txBody>
                    <a:bodyPr/>
                    <a:lstStyle/>
                    <a:p>
                      <a:pPr>
                        <a:defRPr sz="800" b="0">
                          <a:solidFill>
                            <a:srgbClr val="0A151E"/>
                          </a:solidFill>
                          <a:latin typeface="Sora-SIA"/>
                        </a:defRPr>
                      </a:pPr>
                      <a:r>
                        <a:t>World Bank Procurement Notices</a:t>
                      </a:r>
                    </a:p>
                  </a:txBody>
                  <a:tcPr/>
                </a:tc>
                <a:tc>
                  <a:txBody>
                    <a:bodyPr/>
                    <a:lstStyle/>
                    <a:p>
                      <a:pPr>
                        <a:defRPr sz="800" b="0">
                          <a:solidFill>
                            <a:srgbClr val="0A151E"/>
                          </a:solidFill>
                          <a:latin typeface="Sora-SIA"/>
                        </a:defRPr>
                      </a:pPr>
                      <a:r>
                        <a:t>https://search.worldbank.org/api/procnotices?format=json&amp;id=OP00042236</a:t>
                      </a:r>
                    </a:p>
                  </a:txBody>
                  <a:tcPr/>
                </a:tc>
                <a:tc>
                  <a:txBody>
                    <a:bodyPr/>
                    <a:lstStyle/>
                    <a:p>
                      <a:pPr>
                        <a:defRPr sz="800" b="0">
                          <a:solidFill>
                            <a:srgbClr val="0A151E"/>
                          </a:solidFill>
                          <a:latin typeface="Sora-SIA"/>
                        </a:defRPr>
                      </a:pPr>
                      <a:r>
                        <a:t>2026-05-07T18:28:21.827Z</a:t>
                      </a:r>
                    </a:p>
                  </a:txBody>
                  <a:tcPr/>
                </a:tc>
              </a:tr>
            </a:tbl>
          </a:graphicData>
        </a:graphic>
      </p:graphicFrame>
      <p:sp>
        <p:nvSpPr>
          <p:cNvPr id="3" name="TextBox 2"/>
          <p:cNvSpPr txBox="1"/>
          <p:nvPr/>
        </p:nvSpPr>
        <p:spPr>
          <a:xfrm>
            <a:off x="685800" y="3886200"/>
            <a:ext cx="4572000" cy="228600"/>
          </a:xfrm>
          <a:prstGeom prst="rect">
            <a:avLst/>
          </a:prstGeom>
          <a:noFill/>
        </p:spPr>
        <p:txBody>
          <a:bodyPr wrap="none">
            <a:spAutoFit/>
          </a:bodyPr>
          <a:lstStyle/>
          <a:p>
            <a:pPr>
              <a:defRPr sz="1200" b="1">
                <a:solidFill>
                  <a:srgbClr val="0A151E"/>
                </a:solidFill>
                <a:latin typeface="Sora-SIA"/>
              </a:defRPr>
            </a:pPr>
            <a:r>
              <a:t>Hypothèses à confirmer</a:t>
            </a:r>
          </a:p>
        </p:txBody>
      </p:sp>
      <p:sp>
        <p:nvSpPr>
          <p:cNvPr id="4" name="TextBox 3"/>
          <p:cNvSpPr txBox="1"/>
          <p:nvPr/>
        </p:nvSpPr>
        <p:spPr>
          <a:xfrm>
            <a:off x="685800" y="4206240"/>
            <a:ext cx="10332720" cy="1371600"/>
          </a:xfrm>
          <a:prstGeom prst="rect">
            <a:avLst/>
          </a:prstGeom>
          <a:noFill/>
        </p:spPr>
        <p:txBody>
          <a:bodyPr wrap="none">
            <a:spAutoFit/>
          </a:bodyPr>
          <a:lstStyle/>
          <a:p>
            <a:pPr>
              <a:defRPr sz="1100" b="0">
                <a:solidFill>
                  <a:srgbClr val="0A151E"/>
                </a:solidFill>
                <a:latin typeface="Sora-SIA"/>
              </a:defRPr>
            </a:pPr>
            <a:r>
              <a:t>Budget et deadline non publiés dans la source cache.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 y="1554480"/>
            <a:ext cx="4937760" cy="2286000"/>
          </a:xfrm>
          <a:prstGeom prst="rect">
            <a:avLst/>
          </a:prstGeom>
          <a:noFill/>
        </p:spPr>
        <p:txBody>
          <a:bodyPr wrap="none">
            <a:spAutoFit/>
          </a:bodyPr>
          <a:lstStyle/>
          <a:p>
            <a:pPr>
              <a:defRPr sz="1400" b="0">
                <a:solidFill>
                  <a:srgbClr val="0A151E"/>
                </a:solidFill>
                <a:latin typeface="Sora-SIA"/>
              </a:defRPr>
            </a:pPr>
            <a:r>
              <a:t>Réponse structurée</a:t>
            </a:r>
          </a:p>
          <a:p>
            <a:pPr>
              <a:defRPr sz="1400" b="0">
                <a:solidFill>
                  <a:srgbClr val="0A151E"/>
                </a:solidFill>
                <a:latin typeface="Sora-SIA"/>
              </a:defRPr>
            </a:pPr>
            <a:r>
              <a:t>Données sourcées</a:t>
            </a:r>
          </a:p>
        </p:txBody>
      </p:sp>
      <p:sp>
        <p:nvSpPr>
          <p:cNvPr id="3" name="TextBox 2"/>
          <p:cNvSpPr txBox="1"/>
          <p:nvPr/>
        </p:nvSpPr>
        <p:spPr>
          <a:xfrm>
            <a:off x="6309360" y="1554480"/>
            <a:ext cx="4754880" cy="1828800"/>
          </a:xfrm>
          <a:prstGeom prst="rect">
            <a:avLst/>
          </a:prstGeom>
          <a:noFill/>
        </p:spPr>
        <p:txBody>
          <a:bodyPr wrap="none">
            <a:spAutoFit/>
          </a:bodyPr>
          <a:lstStyle/>
          <a:p>
            <a:pPr>
              <a:defRPr sz="1600" b="1">
                <a:solidFill>
                  <a:srgbClr val="173044"/>
                </a:solidFill>
                <a:latin typeface="Sora-SIA"/>
              </a:defRPr>
            </a:pPr>
            <a:r>
              <a:t>Qualifier le dossier avec les pièces AO avant décision GO/NO GO.</a:t>
            </a:r>
          </a:p>
        </p:txBody>
      </p:sp>
      <p:sp>
        <p:nvSpPr>
          <p:cNvPr id="4" name="TextBox 3"/>
          <p:cNvSpPr txBox="1"/>
          <p:nvPr/>
        </p:nvSpPr>
        <p:spPr>
          <a:xfrm>
            <a:off x="502920" y="6510528"/>
            <a:ext cx="10972800" cy="201168"/>
          </a:xfrm>
          <a:prstGeom prst="rect">
            <a:avLst/>
          </a:prstGeom>
          <a:noFill/>
        </p:spPr>
        <p:txBody>
          <a:bodyPr wrap="none">
            <a:spAutoFit/>
          </a:bodyPr>
          <a:lstStyle/>
          <a:p>
            <a:pPr>
              <a:defRPr sz="700" b="0">
                <a:solidFill>
                  <a:srgbClr val="455669"/>
                </a:solidFill>
                <a:latin typeface="Sora-SIA"/>
              </a:defRPr>
            </a:pPr>
            <a:r>
              <a:t>Sources : World Bank Procurement Notices</a:t>
            </a:r>
          </a:p>
        </p:txBody>
      </p:sp>
    </p:spTree>
  </p:cSld>
  <p:clrMapOvr>
    <a:masterClrMapping/>
  </p:clrMapOvr>
</p:sld>
</file>

<file path=ppt/theme/theme1.xml><?xml version="1.0" encoding="utf-8"?>
<a:theme xmlns:a="http://schemas.openxmlformats.org/drawingml/2006/main" name="Large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Copie de Sia_Template_Master" id="{BB1512E2-481C-4980-9CFE-2AD93CD354A2}" vid="{0CAFF5A1-CE39-4E00-A527-209AA8229074}"/>
    </a:ext>
  </a:extLst>
</a:theme>
</file>

<file path=ppt/theme/theme2.xml><?xml version="1.0" encoding="utf-8"?>
<a:theme xmlns:a="http://schemas.openxmlformats.org/drawingml/2006/main" name="Small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anchor="ctr"/>
      <a:lstStyle>
        <a:defPPr marL="180000" algn="l">
          <a:defRPr dirty="0" err="1"/>
        </a:defPPr>
      </a:lstStyle>
    </a:tx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Copie de Sia_Template_Master" id="{BB1512E2-481C-4980-9CFE-2AD93CD354A2}" vid="{D3570639-59DD-4642-B319-347DE383E0DD}"/>
    </a:ext>
  </a:extLst>
</a:theme>
</file>

<file path=ppt/theme/theme3.xml><?xml version="1.0" encoding="utf-8"?>
<a:theme xmlns:a="http://schemas.openxmlformats.org/drawingml/2006/main" name="1_Large Text Master">
  <a:themeElements>
    <a:clrScheme name="Sia 2024 01">
      <a:dk1>
        <a:srgbClr val="0A151E"/>
      </a:dk1>
      <a:lt1>
        <a:srgbClr val="FFFFFF"/>
      </a:lt1>
      <a:dk2>
        <a:srgbClr val="173044"/>
      </a:dk2>
      <a:lt2>
        <a:srgbClr val="F4F6FC"/>
      </a:lt2>
      <a:accent1>
        <a:srgbClr val="00DECC"/>
      </a:accent1>
      <a:accent2>
        <a:srgbClr val="077C84"/>
      </a:accent2>
      <a:accent3>
        <a:srgbClr val="9FF3F0"/>
      </a:accent3>
      <a:accent4>
        <a:srgbClr val="455669"/>
      </a:accent4>
      <a:accent5>
        <a:srgbClr val="00A2A3"/>
      </a:accent5>
      <a:accent6>
        <a:srgbClr val="8796A9"/>
      </a:accent6>
      <a:hlink>
        <a:srgbClr val="00A2A3"/>
      </a:hlink>
      <a:folHlink>
        <a:srgbClr val="00DECC"/>
      </a:folHlink>
    </a:clrScheme>
    <a:fontScheme name="Sia 2024 01">
      <a:majorFont>
        <a:latin typeface="Sora-SIA"/>
        <a:ea typeface=""/>
        <a:cs typeface=""/>
      </a:majorFont>
      <a:minorFont>
        <a:latin typeface="Sora-S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Cool Black">
      <a:srgbClr val="0A151E"/>
    </a:custClr>
    <a:custClr name="Navy">
      <a:srgbClr val="173044"/>
    </a:custClr>
    <a:custClr name="Sia Teal">
      <a:srgbClr val="00DECC"/>
    </a:custClr>
    <a:custClr name="Dark Teal">
      <a:srgbClr val="077C84"/>
    </a:custClr>
    <a:custClr name="Medium Teal">
      <a:srgbClr val="00A2A3"/>
    </a:custClr>
    <a:custClr name="Light Teal">
      <a:srgbClr val="9FF3F0"/>
    </a:custClr>
    <a:custClr name="Cool Gray">
      <a:srgbClr val="455669"/>
    </a:custClr>
    <a:custClr name="Medium Gray">
      <a:srgbClr val="8796A9"/>
    </a:custClr>
    <a:custClr name="Light Gray">
      <a:srgbClr val="F4F6FC"/>
    </a:custClr>
    <a:custClr name="Sia Blue">
      <a:srgbClr val="DEECFC"/>
    </a:custClr>
    <a:custClr name="Sia Pink">
      <a:srgbClr val="FFEAF0"/>
    </a:custClr>
    <a:custClr name="Sia Orange">
      <a:srgbClr val="FFEEE1"/>
    </a:custClr>
  </a:custClrLst>
  <a:extLst>
    <a:ext uri="{05A4C25C-085E-4340-85A3-A5531E510DB2}">
      <thm15:themeFamily xmlns:thm15="http://schemas.microsoft.com/office/thememl/2012/main" name="Copie de Sia_Template_Master" id="{BB1512E2-481C-4980-9CFE-2AD93CD354A2}" vid="{DD37D76D-906B-4238-B9BC-464027E5163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1101b10e-725f-4646-8616-56044515ef11">
      <UserInfo>
        <DisplayName/>
        <AccountId xsi:nil="true"/>
        <AccountType/>
      </UserInfo>
    </SharedWithUsers>
    <lcf76f155ced4ddcb4097134ff3c332f xmlns="ee8bbf55-800d-4d58-8a8b-09c947e9a00c">
      <Terms xmlns="http://schemas.microsoft.com/office/infopath/2007/PartnerControls"/>
    </lcf76f155ced4ddcb4097134ff3c332f>
    <TaxCatchAll xmlns="1101b10e-725f-4646-8616-56044515ef1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252DC78910B646986030E96C481723" ma:contentTypeVersion="18" ma:contentTypeDescription="Create a new document." ma:contentTypeScope="" ma:versionID="c96f3619c25dd0a8097cbbd45bd7d4d8">
  <xsd:schema xmlns:xsd="http://www.w3.org/2001/XMLSchema" xmlns:xs="http://www.w3.org/2001/XMLSchema" xmlns:p="http://schemas.microsoft.com/office/2006/metadata/properties" xmlns:ns1="http://schemas.microsoft.com/sharepoint/v3" xmlns:ns2="ee8bbf55-800d-4d58-8a8b-09c947e9a00c" xmlns:ns3="1101b10e-725f-4646-8616-56044515ef11" targetNamespace="http://schemas.microsoft.com/office/2006/metadata/properties" ma:root="true" ma:fieldsID="a5d94f6bc0e6855af021e5bdf53d327e" ns1:_="" ns2:_="" ns3:_="">
    <xsd:import namespace="http://schemas.microsoft.com/sharepoint/v3"/>
    <xsd:import namespace="ee8bbf55-800d-4d58-8a8b-09c947e9a00c"/>
    <xsd:import namespace="1101b10e-725f-4646-8616-56044515ef1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8bbf55-800d-4d58-8a8b-09c947e9a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950a132-ea9a-46b9-bf46-d05406b33cb3"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101b10e-725f-4646-8616-56044515ef1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1877b98-e3b7-4e24-9975-5c22dbb725a2}" ma:internalName="TaxCatchAll" ma:showField="CatchAllData" ma:web="1101b10e-725f-4646-8616-56044515ef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16E79A-2BC2-4419-A09D-667E5C7A465F}">
  <ds:schemaRefs>
    <ds:schemaRef ds:uri="http://schemas.microsoft.com/sharepoint/v3/contenttype/forms"/>
  </ds:schemaRefs>
</ds:datastoreItem>
</file>

<file path=customXml/itemProps2.xml><?xml version="1.0" encoding="utf-8"?>
<ds:datastoreItem xmlns:ds="http://schemas.openxmlformats.org/officeDocument/2006/customXml" ds:itemID="{263B8FC5-5D7E-4179-97F5-838B81DB44CE}">
  <ds:schemaRefs>
    <ds:schemaRef ds:uri="http://schemas.microsoft.com/office/2006/metadata/properties"/>
    <ds:schemaRef ds:uri="http://www.w3.org/2000/xmlns/"/>
    <ds:schemaRef ds:uri="http://schemas.microsoft.com/sharepoint/v3"/>
    <ds:schemaRef ds:uri="http://www.w3.org/2001/XMLSchema-instance"/>
    <ds:schemaRef ds:uri="1101b10e-725f-4646-8616-56044515ef11"/>
    <ds:schemaRef ds:uri="ee8bbf55-800d-4d58-8a8b-09c947e9a00c"/>
    <ds:schemaRef ds:uri="http://schemas.microsoft.com/office/infopath/2007/PartnerControls"/>
  </ds:schemaRefs>
</ds:datastoreItem>
</file>

<file path=customXml/itemProps3.xml><?xml version="1.0" encoding="utf-8"?>
<ds:datastoreItem xmlns:ds="http://schemas.openxmlformats.org/officeDocument/2006/customXml" ds:itemID="{744C047C-4542-4125-AC22-F355A49E7BFB}">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ee8bbf55-800d-4d58-8a8b-09c947e9a00c"/>
    <ds:schemaRef ds:uri="1101b10e-725f-4646-8616-56044515ef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c5e6a18-9152-422f-a654-912ac496416a}" enabled="1" method="Standard" siteId="{af1bbf3d-7aa3-4e3f-8173-c8889d944e6a}" removed="0"/>
</clbl:labelList>
</file>

<file path=docProps/app.xml><?xml version="1.0" encoding="utf-8"?>
<Properties xmlns="http://schemas.openxmlformats.org/officeDocument/2006/extended-properties" xmlns:vt="http://schemas.openxmlformats.org/officeDocument/2006/docPropsVTypes">
  <Template/>
  <TotalTime>0</TotalTime>
  <Words>9720</Words>
  <Application>Microsoft Office PowerPoint</Application>
  <PresentationFormat>Grand écran</PresentationFormat>
  <Paragraphs>1460</Paragraphs>
  <Slides>85</Slides>
  <Notes>14</Notes>
  <HiddenSlides>0</HiddenSlides>
  <MMClips>0</MMClips>
  <ScaleCrop>false</ScaleCrop>
  <HeadingPairs>
    <vt:vector size="6" baseType="variant">
      <vt:variant>
        <vt:lpstr>Polices utilisées</vt:lpstr>
      </vt:variant>
      <vt:variant>
        <vt:i4>8</vt:i4>
      </vt:variant>
      <vt:variant>
        <vt:lpstr>Thème</vt:lpstr>
      </vt:variant>
      <vt:variant>
        <vt:i4>3</vt:i4>
      </vt:variant>
      <vt:variant>
        <vt:lpstr>Titres des diapositives</vt:lpstr>
      </vt:variant>
      <vt:variant>
        <vt:i4>85</vt:i4>
      </vt:variant>
    </vt:vector>
  </HeadingPairs>
  <TitlesOfParts>
    <vt:vector size="96" baseType="lpstr">
      <vt:lpstr>Sora-SIA Regular</vt:lpstr>
      <vt:lpstr>Sora-SIA</vt:lpstr>
      <vt:lpstr>Arial</vt:lpstr>
      <vt:lpstr>Aptos</vt:lpstr>
      <vt:lpstr>Sora-SIA SemiBold</vt:lpstr>
      <vt:lpstr>Sora-SIA Light</vt:lpstr>
      <vt:lpstr>Wingdings 3</vt:lpstr>
      <vt:lpstr>Wingdings</vt:lpstr>
      <vt:lpstr>Large Text Master</vt:lpstr>
      <vt:lpstr>Small Text Master</vt:lpstr>
      <vt:lpstr>1_Large Text Master</vt:lpstr>
      <vt:lpstr>Présentation PowerPoint</vt:lpstr>
      <vt:lpstr>Additional slider add-ons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Main-title, one column, sub-head</vt:lpstr>
      <vt:lpstr>Main-title, one column</vt:lpstr>
      <vt:lpstr>Main-title, two column, sub-head</vt:lpstr>
      <vt:lpstr>Main-title, two column</vt:lpstr>
      <vt:lpstr>Main-title, three column, sub-head</vt:lpstr>
      <vt:lpstr>Main-title, three column</vt:lpstr>
      <vt:lpstr>Header here</vt:lpstr>
      <vt:lpstr>Header here</vt:lpstr>
      <vt:lpstr>Header here</vt:lpstr>
      <vt:lpstr>Header here</vt:lpstr>
      <vt:lpstr>Présentation PowerPoint</vt:lpstr>
      <vt:lpstr>Présentation PowerPoint</vt:lpstr>
      <vt:lpstr>Présentation PowerPoint</vt:lpstr>
      <vt:lpstr>Présentation PowerPoint</vt:lpstr>
      <vt:lpstr>Présentation PowerPoint</vt:lpstr>
      <vt:lpstr>Header lorem ipsum</vt:lpstr>
      <vt:lpstr>Header lorem ipsum</vt:lpstr>
      <vt:lpstr>Header lorem ipsum</vt:lpstr>
      <vt:lpstr>Header lorem ipsum</vt:lpstr>
      <vt:lpstr>Présentation PowerPoint</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vt:lpstr>
      <vt:lpstr>Header lorem ipsum </vt:lpstr>
      <vt:lpstr>Case study main title</vt:lpstr>
      <vt:lpstr>Présentation PowerPoint</vt:lpstr>
      <vt:lpstr>Présentation PowerPoint</vt:lpstr>
      <vt:lpstr>Présentation PowerPoint</vt:lpstr>
      <vt:lpstr>Lorem ipsum dolor sit amet, consectetur esse adipiscing lorem ipsum dolor elit, sed eiusmod tempor. </vt:lpstr>
      <vt:lpstr>Header lorem ipsum</vt:lpstr>
      <vt:lpstr>Header lorem ipsum</vt:lpstr>
      <vt:lpstr>Header lorem ipsum</vt:lpstr>
      <vt:lpstr>Header lorem ipsum</vt:lpstr>
      <vt:lpstr>Header lorem ipsum</vt:lpstr>
      <vt:lpstr>Header lorem ipsum</vt:lpstr>
      <vt:lpstr>Header lorem ipsum</vt:lpstr>
      <vt:lpstr>Présentation PowerPoint</vt:lpstr>
      <vt:lpstr>Header lorem ipsum</vt:lpstr>
      <vt:lpstr>Header lorem ipsum</vt:lpstr>
      <vt:lpstr>Header lorem ipsum</vt:lpstr>
      <vt:lpstr>Header lorem ipsum</vt:lpstr>
      <vt:lpstr>Header lorem ipsum</vt:lpstr>
      <vt:lpstr>Header lorem ipsum</vt:lpstr>
      <vt:lpstr>Header lorem ipsum</vt:lpstr>
      <vt:lpstr>Présentation PowerPoint</vt:lpstr>
      <vt:lpstr>Présentation PowerPoint</vt:lpstr>
      <vt:lpstr>Présentation PowerPoint</vt:lpstr>
      <vt:lpstr>Next steps</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 STERNGLASS</dc:creator>
  <cp:lastModifiedBy>mariam herdam</cp:lastModifiedBy>
  <cp:revision>287</cp:revision>
  <dcterms:created xsi:type="dcterms:W3CDTF">2024-05-22T14:58:46Z</dcterms:created>
  <dcterms:modified xsi:type="dcterms:W3CDTF">2026-05-07T19:44:43Z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514100.000000000</vt:lpwstr>
  </property>
  <property fmtid="{D5CDD505-2E9C-101B-9397-08002B2CF9AE}" pid="3" name="MediaServiceImageTags">
    <vt:lpwstr/>
  </property>
  <property fmtid="{D5CDD505-2E9C-101B-9397-08002B2CF9AE}" pid="4" name="ContentTypeId">
    <vt:lpwstr>0x0101000F252DC78910B646986030E96C481723</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y fmtid="{D5CDD505-2E9C-101B-9397-08002B2CF9AE}" pid="8" name="ClassificationContentMarkingFooterLocations">
    <vt:lpwstr>Large Text Master:10\Small Text Master:18\1_Large Text Master:9</vt:lpwstr>
  </property>
  <property fmtid="{D5CDD505-2E9C-101B-9397-08002B2CF9AE}" pid="9" name="ClassificationContentMarkingFooterText">
    <vt:lpwstr>C2 - Confidential Client Data</vt:lpwstr>
  </property>
</Properties>
</file>