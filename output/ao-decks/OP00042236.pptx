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media/image15.svg" ContentType="image/svg+xml"/>
  <Override PartName="/ppt/media/image26.svg" ContentType="image/svg+xml"/>
  <Override PartName="/ppt/media/image36.svg" ContentType="image/svg+xml"/>
  <Override PartName="/ppt/media/image3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68" r:id="rId5"/>
    <p:sldMasterId id="2147484114" r:id="rId6"/>
  </p:sldMasterIdLst>
  <p:notesMasterIdLst>
    <p:notesMasterId r:id="rId92"/>
  </p:notesMasterIdLst>
  <p:sldIdLst>
    <p:sldId id="256" r:id="rId20"/>
    <p:sldId id="257" r:id="rId21"/>
    <p:sldId id="258" r:id="rId22"/>
    <p:sldId id="259" r:id="rId23"/>
    <p:sldId id="260" r:id="rId24"/>
    <p:sldId id="261" r:id="rId25"/>
    <p:sldId id="262" r:id="rId26"/>
  </p:sldIdLst>
  <p:sldSz cx="12192000" cy="6858000"/>
  <p:notesSz cx="6858000" cy="9144000"/>
  <p:embeddedFontLst>
    <p:embeddedFont>
      <p:font typeface="Sora-SIA" pitchFamily="2" charset="77"/>
      <p:regular r:id="rId93"/>
      <p:bold r:id="rId94"/>
      <p:italic r:id="rId95"/>
    </p:embeddedFont>
    <p:embeddedFont>
      <p:font typeface="Sora-SIA Light" pitchFamily="2" charset="77"/>
      <p:regular r:id="rId96"/>
    </p:embeddedFont>
    <p:embeddedFont>
      <p:font typeface="Sora-SIA Regular" pitchFamily="2" charset="77"/>
      <p:regular r:id="rId97"/>
    </p:embeddedFont>
    <p:embeddedFont>
      <p:font typeface="Sora-SIA SemiBold" pitchFamily="2" charset="77"/>
      <p:bold r:id="rId98"/>
      <p:boldItalic r:id="rId99"/>
    </p:embeddedFont>
    <p:embeddedFont>
      <p:font typeface="Wingdings 3" pitchFamily="2" charset="2"/>
      <p:regular r:id="rId100"/>
    </p:embeddedFont>
  </p:embeddedFontLst>
  <p:defaultText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guide id="4" orient="horz" pos="1584" userDrawn="1">
          <p15:clr>
            <a:srgbClr val="A4A3A4"/>
          </p15:clr>
        </p15:guide>
        <p15:guide id="5" orient="horz"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0050"/>
    <a:srgbClr val="FFFFFF"/>
    <a:srgbClr val="F4F6FC"/>
    <a:srgbClr val="0A151E"/>
    <a:srgbClr val="455669"/>
    <a:srgbClr val="8796A9"/>
    <a:srgbClr val="173044"/>
    <a:srgbClr val="1D2F42"/>
    <a:srgbClr val="A9B3C1"/>
    <a:srgbClr val="C5F8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6" autoAdjust="0"/>
    <p:restoredTop sz="94802" autoAdjust="0"/>
  </p:normalViewPr>
  <p:slideViewPr>
    <p:cSldViewPr snapToGrid="0">
      <p:cViewPr varScale="1">
        <p:scale>
          <a:sx n="105" d="100"/>
          <a:sy n="105" d="100"/>
        </p:scale>
        <p:origin x="1350" y="102"/>
      </p:cViewPr>
      <p:guideLst>
        <p:guide orient="horz" pos="2352"/>
        <p:guide pos="3840"/>
        <p:guide orient="horz" pos="1584"/>
        <p:guide orient="horz" pos="3816"/>
      </p:guideLst>
    </p:cSldViewPr>
  </p:slideViewPr>
  <p:notesTextViewPr>
    <p:cViewPr>
      <p:scale>
        <a:sx n="1" d="1"/>
        <a:sy n="1" d="1"/>
      </p:scale>
      <p:origin x="0" y="0"/>
    </p:cViewPr>
  </p:notesTextViewPr>
  <p:sorterViewPr>
    <p:cViewPr>
      <p:scale>
        <a:sx n="100" d="100"/>
        <a:sy n="100" d="100"/>
      </p:scale>
      <p:origin x="0" y="-279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92" Type="http://schemas.openxmlformats.org/officeDocument/2006/relationships/notesMaster" Target="notesMasters/notesMaster1.xml"/><Relationship Id="rId93" Type="http://schemas.openxmlformats.org/officeDocument/2006/relationships/font" Target="fonts/font1.fntdata"/><Relationship Id="rId94" Type="http://schemas.openxmlformats.org/officeDocument/2006/relationships/font" Target="fonts/font2.fntdata"/><Relationship Id="rId95" Type="http://schemas.openxmlformats.org/officeDocument/2006/relationships/font" Target="fonts/font3.fntdata"/><Relationship Id="rId96" Type="http://schemas.openxmlformats.org/officeDocument/2006/relationships/font" Target="fonts/font4.fntdata"/><Relationship Id="rId97" Type="http://schemas.openxmlformats.org/officeDocument/2006/relationships/font" Target="fonts/font5.fntdata"/><Relationship Id="rId98" Type="http://schemas.openxmlformats.org/officeDocument/2006/relationships/font" Target="fonts/font6.fntdata"/><Relationship Id="rId99" Type="http://schemas.openxmlformats.org/officeDocument/2006/relationships/font" Target="fonts/font7.fntdata"/><Relationship Id="rId100" Type="http://schemas.openxmlformats.org/officeDocument/2006/relationships/font" Target="fonts/font8.fntdata"/><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ora-SIA"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ora-SIA" pitchFamily="2" charset="0"/>
              </a:defRPr>
            </a:lvl1pPr>
          </a:lstStyle>
          <a:p>
            <a:fld id="{9E394765-213E-4735-B1B5-CFE47ED0AA59}" type="datetimeFigureOut">
              <a:rPr lang="en-US" smtClean="0"/>
              <a:pPr/>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ora-SIA"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ora-SIA" pitchFamily="2" charset="0"/>
              </a:defRPr>
            </a:lvl1pPr>
          </a:lstStyle>
          <a:p>
            <a:fld id="{CE0BAD70-C8D7-4D2D-A4AD-2B77E3A69997}" type="slidenum">
              <a:rPr lang="en-US" smtClean="0"/>
              <a:pPr/>
              <a:t>‹N°›</a:t>
            </a:fld>
            <a:endParaRPr lang="en-US"/>
          </a:p>
        </p:txBody>
      </p:sp>
    </p:spTree>
    <p:extLst>
      <p:ext uri="{BB962C8B-B14F-4D97-AF65-F5344CB8AC3E}">
        <p14:creationId xmlns:p14="http://schemas.microsoft.com/office/powerpoint/2010/main" val="2425503859"/>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Sora-SIA" pitchFamily="2" charset="0"/>
        <a:ea typeface="+mn-ea"/>
        <a:cs typeface="+mn-cs"/>
      </a:defRPr>
    </a:lvl1pPr>
    <a:lvl2pPr marL="457154" algn="l" defTabSz="914309" rtl="0" eaLnBrk="1" latinLnBrk="0" hangingPunct="1">
      <a:defRPr sz="1200" kern="1200">
        <a:solidFill>
          <a:schemeClr val="tx1"/>
        </a:solidFill>
        <a:latin typeface="Sora-SIA" pitchFamily="2" charset="0"/>
        <a:ea typeface="+mn-ea"/>
        <a:cs typeface="+mn-cs"/>
      </a:defRPr>
    </a:lvl2pPr>
    <a:lvl3pPr marL="914309" algn="l" defTabSz="914309" rtl="0" eaLnBrk="1" latinLnBrk="0" hangingPunct="1">
      <a:defRPr sz="1200" kern="1200">
        <a:solidFill>
          <a:schemeClr val="tx1"/>
        </a:solidFill>
        <a:latin typeface="Sora-SIA" pitchFamily="2" charset="0"/>
        <a:ea typeface="+mn-ea"/>
        <a:cs typeface="+mn-cs"/>
      </a:defRPr>
    </a:lvl3pPr>
    <a:lvl4pPr marL="1371463" algn="l" defTabSz="914309" rtl="0" eaLnBrk="1" latinLnBrk="0" hangingPunct="1">
      <a:defRPr sz="1200" kern="1200">
        <a:solidFill>
          <a:schemeClr val="tx1"/>
        </a:solidFill>
        <a:latin typeface="Sora-SIA" pitchFamily="2" charset="0"/>
        <a:ea typeface="+mn-ea"/>
        <a:cs typeface="+mn-cs"/>
      </a:defRPr>
    </a:lvl4pPr>
    <a:lvl5pPr marL="1828617" algn="l" defTabSz="914309" rtl="0" eaLnBrk="1" latinLnBrk="0" hangingPunct="1">
      <a:defRPr sz="1200" kern="1200">
        <a:solidFill>
          <a:schemeClr val="tx1"/>
        </a:solidFill>
        <a:latin typeface="Sora-SIA" pitchFamily="2" charset="0"/>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 Id="rId3" Type="http://schemas.openxmlformats.org/officeDocument/2006/relationships/image" Target="../media/image2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 Id="rId3" Type="http://schemas.openxmlformats.org/officeDocument/2006/relationships/image" Target="../media/image26.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A66249D-96E6-D121-9400-46759EE381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98308" y="5935032"/>
            <a:ext cx="1398276" cy="541968"/>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rgbClr val="8796A9"/>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32253" y="5803020"/>
            <a:ext cx="1161067" cy="572379"/>
          </a:xfrm>
        </p:spPr>
        <p:txBody>
          <a:bodyPr anchor="ctr" anchorCtr="0"/>
          <a:lstStyle>
            <a:lvl1pPr algn="ctr">
              <a:defRPr sz="1733" b="1">
                <a:solidFill>
                  <a:schemeClr val="bg1"/>
                </a:solidFill>
              </a:defRPr>
            </a:lvl1pPr>
          </a:lstStyle>
          <a:p>
            <a:r>
              <a:rPr lang="en-US" dirty="0"/>
              <a:t>Logo</a:t>
            </a:r>
          </a:p>
        </p:txBody>
      </p:sp>
      <p:sp>
        <p:nvSpPr>
          <p:cNvPr id="2" name="Picture Placeholder 13">
            <a:extLst>
              <a:ext uri="{FF2B5EF4-FFF2-40B4-BE49-F238E27FC236}">
                <a16:creationId xmlns:a16="http://schemas.microsoft.com/office/drawing/2014/main" id="{EE0A13BD-C74B-29B1-8CBE-713BB2104DC4}"/>
              </a:ext>
            </a:extLst>
          </p:cNvPr>
          <p:cNvSpPr>
            <a:spLocks noGrp="1"/>
          </p:cNvSpPr>
          <p:nvPr>
            <p:ph type="pic" sz="quarter" idx="19" hasCustomPrompt="1"/>
          </p:nvPr>
        </p:nvSpPr>
        <p:spPr>
          <a:xfrm>
            <a:off x="6014433" y="5803020"/>
            <a:ext cx="1161067" cy="572379"/>
          </a:xfrm>
        </p:spPr>
        <p:txBody>
          <a:bodyPr anchor="ctr" anchorCtr="0"/>
          <a:lstStyle>
            <a:lvl1pPr algn="ctr">
              <a:defRPr sz="1733" b="1">
                <a:solidFill>
                  <a:schemeClr val="bg1"/>
                </a:solidFill>
              </a:defRPr>
            </a:lvl1pPr>
          </a:lstStyle>
          <a:p>
            <a:r>
              <a:rPr lang="en-US" dirty="0"/>
              <a:t>Logo</a:t>
            </a:r>
          </a:p>
        </p:txBody>
      </p:sp>
    </p:spTree>
    <p:extLst>
      <p:ext uri="{BB962C8B-B14F-4D97-AF65-F5344CB8AC3E}">
        <p14:creationId xmlns:p14="http://schemas.microsoft.com/office/powerpoint/2010/main" val="408910242"/>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1F9DC6B-DD9A-D04C-A10F-E00B5BE99B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68026" y="5934740"/>
            <a:ext cx="1399032" cy="542260"/>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chemeClr val="tx1"/>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42201" y="5787146"/>
            <a:ext cx="1151184" cy="572379"/>
          </a:xfrm>
        </p:spPr>
        <p:txBody>
          <a:bodyPr anchor="ctr" anchorCtr="0"/>
          <a:lstStyle>
            <a:lvl1pPr algn="ctr">
              <a:defRPr sz="1733" b="1">
                <a:solidFill>
                  <a:schemeClr val="tx1"/>
                </a:solidFill>
              </a:defRPr>
            </a:lvl1pPr>
          </a:lstStyle>
          <a:p>
            <a:r>
              <a:rPr lang="en-US" dirty="0"/>
              <a:t>Logo</a:t>
            </a:r>
          </a:p>
        </p:txBody>
      </p:sp>
      <p:sp>
        <p:nvSpPr>
          <p:cNvPr id="2" name="Picture Placeholder 13">
            <a:extLst>
              <a:ext uri="{FF2B5EF4-FFF2-40B4-BE49-F238E27FC236}">
                <a16:creationId xmlns:a16="http://schemas.microsoft.com/office/drawing/2014/main" id="{8D34EB86-40B2-8BA2-E087-020EA111682E}"/>
              </a:ext>
            </a:extLst>
          </p:cNvPr>
          <p:cNvSpPr>
            <a:spLocks noGrp="1"/>
          </p:cNvSpPr>
          <p:nvPr>
            <p:ph type="pic" sz="quarter" idx="19" hasCustomPrompt="1"/>
          </p:nvPr>
        </p:nvSpPr>
        <p:spPr>
          <a:xfrm>
            <a:off x="6021141" y="5787145"/>
            <a:ext cx="1151184" cy="572379"/>
          </a:xfrm>
        </p:spPr>
        <p:txBody>
          <a:bodyPr anchor="ctr" anchorCtr="0"/>
          <a:lstStyle>
            <a:lvl1pPr algn="ctr">
              <a:defRPr sz="1733" b="1">
                <a:solidFill>
                  <a:schemeClr val="tx1"/>
                </a:solidFill>
              </a:defRPr>
            </a:lvl1pPr>
          </a:lstStyle>
          <a:p>
            <a:r>
              <a:rPr lang="en-US" dirty="0"/>
              <a:t>Logo</a:t>
            </a:r>
          </a:p>
        </p:txBody>
      </p:sp>
    </p:spTree>
    <p:extLst>
      <p:ext uri="{BB962C8B-B14F-4D97-AF65-F5344CB8AC3E}">
        <p14:creationId xmlns:p14="http://schemas.microsoft.com/office/powerpoint/2010/main" val="2215003543"/>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Video">
    <p:bg>
      <p:bgPr>
        <a:solidFill>
          <a:srgbClr val="04080E"/>
        </a:solidFill>
        <a:effectLst/>
      </p:bgPr>
    </p:bg>
    <p:spTree>
      <p:nvGrpSpPr>
        <p:cNvPr id="1" name=""/>
        <p:cNvGrpSpPr/>
        <p:nvPr/>
      </p:nvGrpSpPr>
      <p:grpSpPr>
        <a:xfrm>
          <a:off x="0" y="0"/>
          <a:ext cx="0" cy="0"/>
          <a:chOff x="0" y="0"/>
          <a:chExt cx="0" cy="0"/>
        </a:xfrm>
      </p:grpSpPr>
      <p:pic>
        <p:nvPicPr>
          <p:cNvPr id="9" name="Picture 8" descr="A close up of a blue background&#10;&#10;Description automatically generated">
            <a:extLst>
              <a:ext uri="{FF2B5EF4-FFF2-40B4-BE49-F238E27FC236}">
                <a16:creationId xmlns:a16="http://schemas.microsoft.com/office/drawing/2014/main" id="{6CAA7036-17C3-6D70-B81A-137D24DE965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57861" y="90106"/>
            <a:ext cx="11754160" cy="6672690"/>
          </a:xfrm>
          <a:prstGeom prst="rect">
            <a:avLst/>
          </a:prstGeom>
        </p:spPr>
      </p:pic>
      <p:sp>
        <p:nvSpPr>
          <p:cNvPr id="10" name="Footer Placeholder 9">
            <a:extLst>
              <a:ext uri="{FF2B5EF4-FFF2-40B4-BE49-F238E27FC236}">
                <a16:creationId xmlns:a16="http://schemas.microsoft.com/office/drawing/2014/main" id="{DB66C493-19A7-5059-8FEC-D17690377A3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199F1F1E-A638-CF53-E56C-7006E4BF82DF}"/>
              </a:ext>
            </a:extLst>
          </p:cNvPr>
          <p:cNvSpPr>
            <a:spLocks noGrp="1"/>
          </p:cNvSpPr>
          <p:nvPr>
            <p:ph type="sldNum" sz="quarter" idx="12"/>
          </p:nvPr>
        </p:nvSpPr>
        <p:spPr/>
        <p:txBody>
          <a:bodyPr/>
          <a:lstStyle>
            <a:lvl1pPr>
              <a:defRPr>
                <a:solidFill>
                  <a:schemeClr val="bg1"/>
                </a:solidFill>
              </a:defRPr>
            </a:lvl1pPr>
          </a:lstStyle>
          <a:p>
            <a:fld id="{AEAD572E-2F50-43BC-A5A3-42ECFACCA1CC}" type="slidenum">
              <a:rPr lang="en-US" smtClean="0"/>
              <a:pPr/>
              <a:t>‹N°›</a:t>
            </a:fld>
            <a:endParaRPr lang="en-US"/>
          </a:p>
        </p:txBody>
      </p:sp>
      <p:sp>
        <p:nvSpPr>
          <p:cNvPr id="5" name="Shape">
            <a:extLst>
              <a:ext uri="{FF2B5EF4-FFF2-40B4-BE49-F238E27FC236}">
                <a16:creationId xmlns:a16="http://schemas.microsoft.com/office/drawing/2014/main" id="{6CD18DD4-74F2-01F3-CBFB-036A35D69EEB}"/>
              </a:ext>
            </a:extLst>
          </p:cNvPr>
          <p:cNvSpPr/>
          <p:nvPr userDrawn="1"/>
        </p:nvSpPr>
        <p:spPr>
          <a:xfrm>
            <a:off x="9064" y="0"/>
            <a:ext cx="12182938" cy="68529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lnTo>
                  <a:pt x="0" y="0"/>
                </a:lnTo>
                <a:close/>
                <a:moveTo>
                  <a:pt x="1110" y="2587"/>
                </a:moveTo>
                <a:lnTo>
                  <a:pt x="20468" y="2587"/>
                </a:lnTo>
                <a:cubicBezTo>
                  <a:pt x="20525" y="2587"/>
                  <a:pt x="20570" y="2587"/>
                  <a:pt x="20607" y="2591"/>
                </a:cubicBezTo>
                <a:cubicBezTo>
                  <a:pt x="20644" y="2595"/>
                  <a:pt x="20672" y="2603"/>
                  <a:pt x="20695" y="2620"/>
                </a:cubicBezTo>
                <a:cubicBezTo>
                  <a:pt x="20728" y="2641"/>
                  <a:pt x="20757" y="2675"/>
                  <a:pt x="20781" y="2717"/>
                </a:cubicBezTo>
                <a:cubicBezTo>
                  <a:pt x="20805" y="2760"/>
                  <a:pt x="20824" y="2812"/>
                  <a:pt x="20835" y="2870"/>
                </a:cubicBezTo>
                <a:cubicBezTo>
                  <a:pt x="20845" y="2910"/>
                  <a:pt x="20850" y="2961"/>
                  <a:pt x="20852" y="3026"/>
                </a:cubicBezTo>
                <a:cubicBezTo>
                  <a:pt x="20854" y="3092"/>
                  <a:pt x="20854" y="3173"/>
                  <a:pt x="20854" y="3273"/>
                </a:cubicBezTo>
                <a:lnTo>
                  <a:pt x="20854" y="19640"/>
                </a:lnTo>
                <a:cubicBezTo>
                  <a:pt x="20854" y="19741"/>
                  <a:pt x="20854" y="19821"/>
                  <a:pt x="20852" y="19887"/>
                </a:cubicBezTo>
                <a:cubicBezTo>
                  <a:pt x="20850" y="19953"/>
                  <a:pt x="20845" y="20003"/>
                  <a:pt x="20835" y="20043"/>
                </a:cubicBezTo>
                <a:cubicBezTo>
                  <a:pt x="20824" y="20101"/>
                  <a:pt x="20805" y="20153"/>
                  <a:pt x="20781" y="20196"/>
                </a:cubicBezTo>
                <a:cubicBezTo>
                  <a:pt x="20757" y="20239"/>
                  <a:pt x="20728" y="20272"/>
                  <a:pt x="20695" y="20293"/>
                </a:cubicBezTo>
                <a:cubicBezTo>
                  <a:pt x="20672" y="20310"/>
                  <a:pt x="20644" y="20318"/>
                  <a:pt x="20607" y="20323"/>
                </a:cubicBezTo>
                <a:cubicBezTo>
                  <a:pt x="20570" y="20327"/>
                  <a:pt x="20525" y="20327"/>
                  <a:pt x="20468" y="20327"/>
                </a:cubicBezTo>
                <a:lnTo>
                  <a:pt x="1110" y="20327"/>
                </a:lnTo>
                <a:cubicBezTo>
                  <a:pt x="1054" y="20327"/>
                  <a:pt x="1008" y="20327"/>
                  <a:pt x="972" y="20323"/>
                </a:cubicBezTo>
                <a:cubicBezTo>
                  <a:pt x="935" y="20318"/>
                  <a:pt x="906" y="20310"/>
                  <a:pt x="884" y="20293"/>
                </a:cubicBezTo>
                <a:cubicBezTo>
                  <a:pt x="851" y="20272"/>
                  <a:pt x="822" y="20239"/>
                  <a:pt x="798" y="20196"/>
                </a:cubicBezTo>
                <a:cubicBezTo>
                  <a:pt x="774" y="20153"/>
                  <a:pt x="755" y="20101"/>
                  <a:pt x="743" y="20043"/>
                </a:cubicBezTo>
                <a:cubicBezTo>
                  <a:pt x="734" y="20003"/>
                  <a:pt x="729" y="19953"/>
                  <a:pt x="726" y="19887"/>
                </a:cubicBezTo>
                <a:cubicBezTo>
                  <a:pt x="724" y="19821"/>
                  <a:pt x="724" y="19741"/>
                  <a:pt x="724" y="19640"/>
                </a:cubicBezTo>
                <a:lnTo>
                  <a:pt x="724" y="3273"/>
                </a:lnTo>
                <a:cubicBezTo>
                  <a:pt x="724" y="3173"/>
                  <a:pt x="724" y="3092"/>
                  <a:pt x="726" y="3026"/>
                </a:cubicBezTo>
                <a:cubicBezTo>
                  <a:pt x="729" y="2961"/>
                  <a:pt x="734" y="2910"/>
                  <a:pt x="743" y="2870"/>
                </a:cubicBezTo>
                <a:cubicBezTo>
                  <a:pt x="755" y="2812"/>
                  <a:pt x="774" y="2760"/>
                  <a:pt x="798" y="2717"/>
                </a:cubicBezTo>
                <a:cubicBezTo>
                  <a:pt x="822" y="2675"/>
                  <a:pt x="851" y="2641"/>
                  <a:pt x="884" y="2620"/>
                </a:cubicBezTo>
                <a:cubicBezTo>
                  <a:pt x="906" y="2603"/>
                  <a:pt x="935" y="2595"/>
                  <a:pt x="972" y="2591"/>
                </a:cubicBezTo>
                <a:cubicBezTo>
                  <a:pt x="1008" y="2587"/>
                  <a:pt x="1054" y="2587"/>
                  <a:pt x="1110" y="2587"/>
                </a:cubicBezTo>
                <a:close/>
              </a:path>
            </a:pathLst>
          </a:custGeom>
          <a:solidFill>
            <a:schemeClr val="tx2"/>
          </a:solidFill>
          <a:ln w="12700">
            <a:miter lim="400000"/>
          </a:ln>
        </p:spPr>
        <p:txBody>
          <a:bodyPr lIns="0" tIns="0" rIns="0" bIns="0"/>
          <a:lstStyle/>
          <a:p>
            <a:endParaRPr sz="2700"/>
          </a:p>
        </p:txBody>
      </p:sp>
      <p:sp>
        <p:nvSpPr>
          <p:cNvPr id="16" name="Slide Number Placeholder 5">
            <a:extLst>
              <a:ext uri="{FF2B5EF4-FFF2-40B4-BE49-F238E27FC236}">
                <a16:creationId xmlns:a16="http://schemas.microsoft.com/office/drawing/2014/main" id="{8D45FBDF-5F77-84BD-E0B3-1B988342FAD7}"/>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7" name="Straight Connector 16">
            <a:extLst>
              <a:ext uri="{FF2B5EF4-FFF2-40B4-BE49-F238E27FC236}">
                <a16:creationId xmlns:a16="http://schemas.microsoft.com/office/drawing/2014/main" id="{205C4800-EB97-D79C-BC7F-650CD782D8D4}"/>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5509565"/>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guide id="2" pos="5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_Level-2_Navy">
    <p:bg>
      <p:bgPr>
        <a:solidFill>
          <a:schemeClr val="tx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click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161B9496-A6F5-09E2-6C94-3609E369215B}"/>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FE1BFA3C-10B0-F602-F142-7718996C4174}"/>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31047099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_Level-2_Gray">
    <p:bg>
      <p:bgPr>
        <a:solidFill>
          <a:schemeClr val="accent4"/>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F4E5A5EC-3413-8E20-773C-B3A83495D1E5}"/>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5146D3AE-E0F9-F3F0-73F9-6B315F414A3F}"/>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770801629"/>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Level-2_Lt. Gray">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tx1"/>
                </a:solidFill>
              </a:defRPr>
            </a:lvl1pPr>
            <a:lvl2pPr marL="0" indent="0">
              <a:lnSpc>
                <a:spcPct val="100000"/>
              </a:lnSpc>
              <a:spcAft>
                <a:spcPts val="0"/>
              </a:spcAft>
              <a:buFont typeface="Arial" panose="020B0604020202020204" pitchFamily="34" charset="0"/>
              <a:buNone/>
              <a:defRPr sz="3000" spc="-50" baseline="0">
                <a:solidFill>
                  <a:schemeClr val="accent2"/>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tx1"/>
                </a:solidFill>
              </a:rPr>
              <a:pPr/>
              <a:t>‹N°›</a:t>
            </a:fld>
            <a:endParaRPr lang="en-US" sz="800" dirty="0">
              <a:solidFill>
                <a:schemeClr val="tx1"/>
              </a:solidFill>
            </a:endParaRPr>
          </a:p>
        </p:txBody>
      </p:sp>
      <p:sp>
        <p:nvSpPr>
          <p:cNvPr id="3" name="Text Placeholder 13">
            <a:extLst>
              <a:ext uri="{FF2B5EF4-FFF2-40B4-BE49-F238E27FC236}">
                <a16:creationId xmlns:a16="http://schemas.microsoft.com/office/drawing/2014/main" id="{CC1721BC-9C8A-C2E4-5028-EF742AFCA380}"/>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tx1"/>
                </a:solidFill>
              </a:defRPr>
            </a:lvl1pPr>
          </a:lstStyle>
          <a:p>
            <a:pPr lvl="0"/>
            <a:r>
              <a:rPr lang="en-US" dirty="0"/>
              <a:t>Optional eyebrow</a:t>
            </a:r>
          </a:p>
        </p:txBody>
      </p:sp>
      <p:sp>
        <p:nvSpPr>
          <p:cNvPr id="4" name="Footer Placeholder 2">
            <a:extLst>
              <a:ext uri="{FF2B5EF4-FFF2-40B4-BE49-F238E27FC236}">
                <a16:creationId xmlns:a16="http://schemas.microsoft.com/office/drawing/2014/main" id="{D9A5D74C-63D0-135E-D02C-1A829A13A40B}"/>
              </a:ext>
            </a:extLst>
          </p:cNvPr>
          <p:cNvSpPr>
            <a:spLocks noGrp="1"/>
          </p:cNvSpPr>
          <p:nvPr>
            <p:ph type="ftr" sz="quarter" idx="15"/>
          </p:nvPr>
        </p:nvSpPr>
        <p:spPr>
          <a:xfrm>
            <a:off x="1197688" y="252569"/>
            <a:ext cx="4517032" cy="284957"/>
          </a:xfrm>
        </p:spPr>
        <p:txBody>
          <a:bodyPr/>
          <a:lstStyle>
            <a:lvl1pPr>
              <a:defRPr>
                <a:solidFill>
                  <a:schemeClr val="tx1"/>
                </a:solidFill>
              </a:defRPr>
            </a:lvl1pPr>
          </a:lstStyle>
          <a:p>
            <a:endParaRPr lang="en-US" dirty="0"/>
          </a:p>
        </p:txBody>
      </p:sp>
      <p:cxnSp>
        <p:nvCxnSpPr>
          <p:cNvPr id="2" name="Straight Connector 1">
            <a:extLst>
              <a:ext uri="{FF2B5EF4-FFF2-40B4-BE49-F238E27FC236}">
                <a16:creationId xmlns:a16="http://schemas.microsoft.com/office/drawing/2014/main" id="{1FDBDB39-030A-44B1-ABD1-8321D9BD350D}"/>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939414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Text_1-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5580840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Text_1-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1524001"/>
            <a:ext cx="8456613" cy="495300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13983150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Text_2-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2018772"/>
            <a:ext cx="5548313" cy="4458230"/>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18772"/>
            <a:ext cx="5548313" cy="4458229"/>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95147941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Text_2-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1524000"/>
            <a:ext cx="5548313" cy="4953002"/>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0"/>
            <a:ext cx="5548313" cy="4953001"/>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368540806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_Titl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2" name="Title 1">
            <a:extLst>
              <a:ext uri="{FF2B5EF4-FFF2-40B4-BE49-F238E27FC236}">
                <a16:creationId xmlns:a16="http://schemas.microsoft.com/office/drawing/2014/main" id="{B6BA9808-2748-F9C8-BC3C-63BFF8171A66}"/>
              </a:ext>
            </a:extLst>
          </p:cNvPr>
          <p:cNvSpPr>
            <a:spLocks noGrp="1"/>
          </p:cNvSpPr>
          <p:nvPr>
            <p:ph type="title" hasCustomPrompt="1"/>
          </p:nvPr>
        </p:nvSpPr>
        <p:spPr/>
        <p:txBody>
          <a:bodyPr/>
          <a:lstStyle/>
          <a:p>
            <a:r>
              <a:rPr lang="en-US" dirty="0"/>
              <a:t>Main-title, click to edit Master title style</a:t>
            </a:r>
          </a:p>
        </p:txBody>
      </p:sp>
    </p:spTree>
    <p:extLst>
      <p:ext uri="{BB962C8B-B14F-4D97-AF65-F5344CB8AC3E}">
        <p14:creationId xmlns:p14="http://schemas.microsoft.com/office/powerpoint/2010/main" val="8631735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40029306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_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1239520" y="1927014"/>
            <a:ext cx="9641841" cy="4549987"/>
          </a:xfrm>
        </p:spPr>
        <p:txBody>
          <a:bodyPr/>
          <a:lstStyle>
            <a:lvl1pPr>
              <a:lnSpc>
                <a:spcPct val="100000"/>
              </a:lnSpc>
              <a:spcAft>
                <a:spcPts val="2400"/>
              </a:spcAft>
              <a:defRPr sz="2100"/>
            </a:lvl1pPr>
            <a:lvl2pPr marL="341330" indent="-341330">
              <a:lnSpc>
                <a:spcPct val="100000"/>
              </a:lnSpc>
              <a:spcAft>
                <a:spcPts val="900"/>
              </a:spcAft>
              <a:defRPr sz="2100"/>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392426213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_Image-L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405513" y="1723348"/>
            <a:ext cx="6597665" cy="2939659"/>
          </a:xfrm>
        </p:spPr>
        <p:txBody>
          <a:bodyPr/>
          <a:lstStyle>
            <a:lvl1pPr>
              <a:lnSpc>
                <a:spcPct val="120000"/>
              </a:lnSpc>
              <a:spcAft>
                <a:spcPts val="1200"/>
              </a:spcAft>
              <a:defRPr sz="1467"/>
            </a:lvl1pPr>
            <a:lvl2pPr marL="190510" indent="-190510">
              <a:lnSpc>
                <a:spcPct val="120000"/>
              </a:lnSpc>
              <a:spcAft>
                <a:spcPts val="900"/>
              </a:spcAft>
              <a:defRPr sz="1467"/>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A1E6DF55-35E6-6547-4546-C5D5D93849EE}"/>
              </a:ext>
            </a:extLst>
          </p:cNvPr>
          <p:cNvSpPr>
            <a:spLocks noGrp="1"/>
          </p:cNvSpPr>
          <p:nvPr>
            <p:ph type="body" sz="quarter" idx="24" hasCustomPrompt="1"/>
          </p:nvPr>
        </p:nvSpPr>
        <p:spPr>
          <a:xfrm>
            <a:off x="405513" y="4864879"/>
            <a:ext cx="3857625" cy="575883"/>
          </a:xfrm>
          <a:prstGeom prst="rect">
            <a:avLst/>
          </a:prstGeom>
          <a:noFill/>
          <a:ln w="12700">
            <a:noFill/>
          </a:ln>
        </p:spPr>
        <p:txBody>
          <a:bodyPr wrap="square" lIns="0" tIns="0" rIns="0">
            <a:noAutofit/>
          </a:bodyPr>
          <a:lstStyle>
            <a:lvl1pPr>
              <a:lnSpc>
                <a:spcPct val="100000"/>
              </a:lnSpc>
              <a:spcAft>
                <a:spcPts val="400"/>
              </a:spcAft>
              <a:defRPr sz="1200" b="0">
                <a:solidFill>
                  <a:schemeClr val="accent2"/>
                </a:solidFill>
                <a:latin typeface="Sora-SIA SemiBold" pitchFamily="2" charset="0"/>
                <a:cs typeface="Sora-SIA SemiBold" pitchFamily="2" charset="0"/>
              </a:defRPr>
            </a:lvl1pPr>
            <a:lvl2pPr marL="0" indent="0">
              <a:lnSpc>
                <a:spcPct val="100000"/>
              </a:lnSpc>
              <a:spcBef>
                <a:spcPts val="0"/>
              </a:spcBef>
              <a:spcAft>
                <a:spcPts val="0"/>
              </a:spcAft>
              <a:buFontTx/>
              <a:buNone/>
              <a:defRPr sz="1200" b="0">
                <a:solidFill>
                  <a:srgbClr val="455669"/>
                </a:solidFill>
              </a:defRPr>
            </a:lvl2pPr>
          </a:lstStyle>
          <a:p>
            <a:pPr lvl="0"/>
            <a:r>
              <a:rPr lang="en-US"/>
              <a:t>Name</a:t>
            </a:r>
          </a:p>
          <a:p>
            <a:pPr lvl="1"/>
            <a:r>
              <a:rPr lang="en-US"/>
              <a:t>Title </a:t>
            </a:r>
            <a:r>
              <a:rPr lang="en-US" spc="-100">
                <a:sym typeface="Wingdings 3" panose="05040102010807070707" pitchFamily="18" charset="2"/>
              </a:rPr>
              <a:t></a:t>
            </a:r>
            <a:endParaRPr lang="en-US"/>
          </a:p>
        </p:txBody>
      </p:sp>
      <p:sp>
        <p:nvSpPr>
          <p:cNvPr id="12" name="Picture Placeholder 11">
            <a:extLst>
              <a:ext uri="{FF2B5EF4-FFF2-40B4-BE49-F238E27FC236}">
                <a16:creationId xmlns:a16="http://schemas.microsoft.com/office/drawing/2014/main" id="{74E36917-0680-5A7B-9163-E39E38AEFA0F}"/>
              </a:ext>
            </a:extLst>
          </p:cNvPr>
          <p:cNvSpPr>
            <a:spLocks noGrp="1"/>
          </p:cNvSpPr>
          <p:nvPr>
            <p:ph type="pic" sz="quarter" idx="25"/>
          </p:nvPr>
        </p:nvSpPr>
        <p:spPr>
          <a:xfrm>
            <a:off x="7176524" y="1143000"/>
            <a:ext cx="5015477" cy="5715000"/>
          </a:xfrm>
        </p:spPr>
        <p:txBody>
          <a:bodyPr anchor="ctr" anchorCtr="0"/>
          <a:lstStyle>
            <a:lvl1pPr algn="ctr">
              <a:defRPr sz="1067"/>
            </a:lvl1pPr>
          </a:lstStyle>
          <a:p>
            <a:endParaRPr lang="en-US" dirty="0"/>
          </a:p>
        </p:txBody>
      </p:sp>
    </p:spTree>
    <p:extLst>
      <p:ext uri="{BB962C8B-B14F-4D97-AF65-F5344CB8AC3E}">
        <p14:creationId xmlns:p14="http://schemas.microsoft.com/office/powerpoint/2010/main" val="350008241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us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133066" y="2915006"/>
            <a:ext cx="5945212" cy="1077218"/>
          </a:xfrm>
          <a:prstGeom prst="rect">
            <a:avLst/>
          </a:prstGeom>
          <a:noFill/>
        </p:spPr>
        <p:txBody>
          <a:bodyPr wrap="square" rtlCol="0">
            <a:spAutoFit/>
          </a:bodyPr>
          <a:lstStyle/>
          <a:p>
            <a:pPr algn="ctr"/>
            <a:r>
              <a:rPr lang="en-US" sz="6400" dirty="0"/>
              <a:t>Discussion</a:t>
            </a:r>
          </a:p>
        </p:txBody>
      </p:sp>
    </p:spTree>
    <p:extLst>
      <p:ext uri="{BB962C8B-B14F-4D97-AF65-F5344CB8AC3E}">
        <p14:creationId xmlns:p14="http://schemas.microsoft.com/office/powerpoint/2010/main" val="375356417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t's cha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053090" y="2919002"/>
            <a:ext cx="6093768" cy="1077218"/>
          </a:xfrm>
          <a:prstGeom prst="rect">
            <a:avLst/>
          </a:prstGeom>
          <a:noFill/>
        </p:spPr>
        <p:txBody>
          <a:bodyPr wrap="square" rtlCol="0">
            <a:spAutoFit/>
          </a:bodyPr>
          <a:lstStyle/>
          <a:p>
            <a:pPr algn="ctr"/>
            <a:r>
              <a:rPr lang="en-US" sz="6400" dirty="0"/>
              <a:t>Let’s chat</a:t>
            </a:r>
          </a:p>
        </p:txBody>
      </p:sp>
    </p:spTree>
    <p:extLst>
      <p:ext uri="{BB962C8B-B14F-4D97-AF65-F5344CB8AC3E}">
        <p14:creationId xmlns:p14="http://schemas.microsoft.com/office/powerpoint/2010/main" val="344591888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Question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428626" y="2919002"/>
            <a:ext cx="11333162" cy="1077218"/>
          </a:xfrm>
          <a:prstGeom prst="rect">
            <a:avLst/>
          </a:prstGeom>
          <a:noFill/>
        </p:spPr>
        <p:txBody>
          <a:bodyPr wrap="square" rtlCol="0">
            <a:spAutoFit/>
          </a:bodyPr>
          <a:lstStyle/>
          <a:p>
            <a:pPr algn="ctr"/>
            <a:r>
              <a:rPr lang="en-US" sz="6400" dirty="0"/>
              <a:t>We invite your questions</a:t>
            </a:r>
          </a:p>
        </p:txBody>
      </p:sp>
    </p:spTree>
    <p:extLst>
      <p:ext uri="{BB962C8B-B14F-4D97-AF65-F5344CB8AC3E}">
        <p14:creationId xmlns:p14="http://schemas.microsoft.com/office/powerpoint/2010/main" val="29132310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00645208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Merci">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2574700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ank you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16816820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erci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257367595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How to us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Rectangle: Rounded Corners 2">
            <a:extLst>
              <a:ext uri="{FF2B5EF4-FFF2-40B4-BE49-F238E27FC236}">
                <a16:creationId xmlns:a16="http://schemas.microsoft.com/office/drawing/2014/main" id="{4202C866-47B9-C13B-73F9-C4A4037DA1A6}"/>
              </a:ext>
            </a:extLst>
          </p:cNvPr>
          <p:cNvSpPr/>
          <p:nvPr userDrawn="1"/>
        </p:nvSpPr>
        <p:spPr>
          <a:xfrm>
            <a:off x="428626" y="1449918"/>
            <a:ext cx="1673135" cy="2934433"/>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6" name="Group 5">
            <a:extLst>
              <a:ext uri="{FF2B5EF4-FFF2-40B4-BE49-F238E27FC236}">
                <a16:creationId xmlns:a16="http://schemas.microsoft.com/office/drawing/2014/main" id="{78C7B9ED-817D-BE0A-F811-0EF7843A2AB7}"/>
              </a:ext>
            </a:extLst>
          </p:cNvPr>
          <p:cNvGrpSpPr/>
          <p:nvPr userDrawn="1"/>
        </p:nvGrpSpPr>
        <p:grpSpPr>
          <a:xfrm>
            <a:off x="2291436" y="1555444"/>
            <a:ext cx="1746082" cy="4079194"/>
            <a:chOff x="4255487" y="2057675"/>
            <a:chExt cx="1746082" cy="4079194"/>
          </a:xfrm>
        </p:grpSpPr>
        <p:sp>
          <p:nvSpPr>
            <p:cNvPr id="8" name="TextBox 7">
              <a:extLst>
                <a:ext uri="{FF2B5EF4-FFF2-40B4-BE49-F238E27FC236}">
                  <a16:creationId xmlns:a16="http://schemas.microsoft.com/office/drawing/2014/main" id="{F81683AB-401F-078F-B26F-650143809B3A}"/>
                </a:ext>
              </a:extLst>
            </p:cNvPr>
            <p:cNvSpPr txBox="1"/>
            <p:nvPr userDrawn="1"/>
          </p:nvSpPr>
          <p:spPr>
            <a:xfrm>
              <a:off x="4312585" y="2057675"/>
              <a:ext cx="1688984" cy="40791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a:ln>
                    <a:noFill/>
                  </a:ln>
                  <a:solidFill>
                    <a:schemeClr val="tx1"/>
                  </a:solidFill>
                  <a:effectLst/>
                  <a:uLnTx/>
                  <a:uFillTx/>
                  <a:latin typeface="Sora-SIA"/>
                  <a:ea typeface="+mn-ea"/>
                  <a:cs typeface="+mn-cs"/>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block of text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a:sym typeface="Wingdings 3" panose="05040102010807070707" pitchFamily="18" charset="2"/>
                </a:rPr>
                <a:t>If you begin typing or paste text and the text looks larger that you want, increase the list level to get to the next available style.</a:t>
              </a: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9" name="Group 8">
              <a:extLst>
                <a:ext uri="{FF2B5EF4-FFF2-40B4-BE49-F238E27FC236}">
                  <a16:creationId xmlns:a16="http://schemas.microsoft.com/office/drawing/2014/main" id="{869862F8-C409-5ABD-2B3C-2245D15531C7}"/>
                </a:ext>
              </a:extLst>
            </p:cNvPr>
            <p:cNvGrpSpPr/>
            <p:nvPr userDrawn="1"/>
          </p:nvGrpSpPr>
          <p:grpSpPr>
            <a:xfrm>
              <a:off x="4255487" y="3345585"/>
              <a:ext cx="1568112" cy="292115"/>
              <a:chOff x="-1912002" y="1751379"/>
              <a:chExt cx="1568112" cy="292115"/>
            </a:xfrm>
          </p:grpSpPr>
          <p:sp>
            <p:nvSpPr>
              <p:cNvPr id="10" name="TextBox 9">
                <a:extLst>
                  <a:ext uri="{FF2B5EF4-FFF2-40B4-BE49-F238E27FC236}">
                    <a16:creationId xmlns:a16="http://schemas.microsoft.com/office/drawing/2014/main" id="{FA843C77-E719-0EDB-C091-FC909956549D}"/>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1" name="TextBox 10">
                <a:extLst>
                  <a:ext uri="{FF2B5EF4-FFF2-40B4-BE49-F238E27FC236}">
                    <a16:creationId xmlns:a16="http://schemas.microsoft.com/office/drawing/2014/main" id="{D6D89841-DB68-5BB5-DAE4-6A9F7F3CDDA8}"/>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2" name="Group 11">
                <a:extLst>
                  <a:ext uri="{FF2B5EF4-FFF2-40B4-BE49-F238E27FC236}">
                    <a16:creationId xmlns:a16="http://schemas.microsoft.com/office/drawing/2014/main" id="{3B069102-6863-0102-980C-1CDD778A53A7}"/>
                  </a:ext>
                </a:extLst>
              </p:cNvPr>
              <p:cNvGrpSpPr/>
              <p:nvPr userDrawn="1"/>
            </p:nvGrpSpPr>
            <p:grpSpPr>
              <a:xfrm>
                <a:off x="-1422651" y="1751379"/>
                <a:ext cx="628680" cy="292115"/>
                <a:chOff x="-1397692" y="1751379"/>
                <a:chExt cx="628680" cy="292115"/>
              </a:xfrm>
            </p:grpSpPr>
            <p:pic>
              <p:nvPicPr>
                <p:cNvPr id="13" name="Picture 12">
                  <a:extLst>
                    <a:ext uri="{FF2B5EF4-FFF2-40B4-BE49-F238E27FC236}">
                      <a16:creationId xmlns:a16="http://schemas.microsoft.com/office/drawing/2014/main" id="{62B2D5BA-D718-6FA7-DE5D-E76F350FF5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14" name="Picture 13">
                  <a:extLst>
                    <a:ext uri="{FF2B5EF4-FFF2-40B4-BE49-F238E27FC236}">
                      <a16:creationId xmlns:a16="http://schemas.microsoft.com/office/drawing/2014/main" id="{F2804B1A-8532-A438-8FED-40A83286C71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sp>
        <p:nvSpPr>
          <p:cNvPr id="15" name="TextBox 14">
            <a:extLst>
              <a:ext uri="{FF2B5EF4-FFF2-40B4-BE49-F238E27FC236}">
                <a16:creationId xmlns:a16="http://schemas.microsoft.com/office/drawing/2014/main" id="{966452C7-CEDE-F54C-2630-702DCB381744}"/>
              </a:ext>
            </a:extLst>
          </p:cNvPr>
          <p:cNvSpPr txBox="1"/>
          <p:nvPr userDrawn="1"/>
        </p:nvSpPr>
        <p:spPr>
          <a:xfrm>
            <a:off x="4273500" y="1555445"/>
            <a:ext cx="1690688" cy="3941090"/>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Pasting content</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When pasting text, always use </a:t>
            </a:r>
            <a:r>
              <a:rPr lang="en-US" sz="800" b="1" dirty="0">
                <a:sym typeface="Wingdings 3" panose="05040102010807070707" pitchFamily="18" charset="2"/>
              </a:rPr>
              <a:t>“Keep Text Only</a:t>
            </a:r>
            <a:r>
              <a:rPr lang="en-US" sz="800" b="0" dirty="0">
                <a:sym typeface="Wingdings 3" panose="05040102010807070707" pitchFamily="18" charset="2"/>
              </a:rPr>
              <a:t>”, otherwise style sheets will not work and text </a:t>
            </a:r>
            <a:r>
              <a:rPr lang="en-US" sz="800" b="1" dirty="0">
                <a:sym typeface="Wingdings 3" panose="05040102010807070707" pitchFamily="18" charset="2"/>
              </a:rPr>
              <a:t>will not be the correct style.</a:t>
            </a:r>
          </a:p>
          <a:p>
            <a:pPr>
              <a:lnSpc>
                <a:spcPct val="110000"/>
              </a:lnSpc>
              <a:spcAft>
                <a:spcPts val="400"/>
              </a:spcAft>
              <a:tabLst>
                <a:tab pos="458811" algn="l"/>
              </a:tabLst>
            </a:pP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p>
          <a:p>
            <a:pPr>
              <a:lnSpc>
                <a:spcPct val="110000"/>
              </a:lnSpc>
              <a:spcAft>
                <a:spcPts val="400"/>
              </a:spcAft>
              <a:tabLst>
                <a:tab pos="458811" algn="l"/>
              </a:tabLst>
            </a:pPr>
            <a:endParaRPr lang="en-US" sz="80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 Header/Footer</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Go the </a:t>
            </a:r>
            <a:r>
              <a:rPr lang="en-US" sz="800" b="1" dirty="0">
                <a:sym typeface="Wingdings 3" panose="05040102010807070707" pitchFamily="18" charset="2"/>
              </a:rPr>
              <a:t>Insert Ribbon</a:t>
            </a:r>
            <a:r>
              <a:rPr lang="en-US" sz="800" b="0" dirty="0">
                <a:sym typeface="Wingdings 3" panose="05040102010807070707" pitchFamily="18" charset="2"/>
              </a:rPr>
              <a:t> and click on </a:t>
            </a:r>
            <a:r>
              <a:rPr lang="en-US" sz="800" b="1" dirty="0">
                <a:sym typeface="Wingdings 3" panose="05040102010807070707" pitchFamily="18" charset="2"/>
              </a:rPr>
              <a:t>Header &amp; Footer</a:t>
            </a:r>
            <a:r>
              <a:rPr lang="en-US" sz="800" b="0" dirty="0">
                <a:sym typeface="Wingdings 3" panose="05040102010807070707" pitchFamily="18" charset="2"/>
              </a:rPr>
              <a:t>. Check </a:t>
            </a:r>
            <a:r>
              <a:rPr lang="en-US" sz="800" b="1" dirty="0">
                <a:sym typeface="Wingdings 3" panose="05040102010807070707" pitchFamily="18" charset="2"/>
              </a:rPr>
              <a:t>Footer</a:t>
            </a:r>
            <a:r>
              <a:rPr lang="en-US" sz="800" b="0" dirty="0">
                <a:sym typeface="Wingdings 3" panose="05040102010807070707" pitchFamily="18" charset="2"/>
              </a:rPr>
              <a:t> and type text in the field, them click </a:t>
            </a:r>
            <a:r>
              <a:rPr lang="en-US" sz="800" b="1" dirty="0">
                <a:sym typeface="Wingdings 3" panose="05040102010807070707" pitchFamily="18" charset="2"/>
              </a:rPr>
              <a:t>Apply to all</a:t>
            </a:r>
            <a:r>
              <a:rPr lang="en-US" sz="800" b="0" dirty="0">
                <a:sym typeface="Wingdings 3" panose="05040102010807070707" pitchFamily="18" charset="2"/>
              </a:rPr>
              <a:t>. This will apply the text to the header of every slide.</a:t>
            </a:r>
            <a:endParaRPr lang="en-US" sz="800" dirty="0">
              <a:sym typeface="Wingdings 3" panose="05040102010807070707" pitchFamily="18" charset="2"/>
            </a:endParaRPr>
          </a:p>
        </p:txBody>
      </p:sp>
      <p:pic>
        <p:nvPicPr>
          <p:cNvPr id="16" name="Picture 15">
            <a:extLst>
              <a:ext uri="{FF2B5EF4-FFF2-40B4-BE49-F238E27FC236}">
                <a16:creationId xmlns:a16="http://schemas.microsoft.com/office/drawing/2014/main" id="{8CF61C83-44A5-EF3D-1FE4-CE6E07CAC06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273500" y="2408053"/>
            <a:ext cx="1070142" cy="697456"/>
          </a:xfrm>
          <a:prstGeom prst="rect">
            <a:avLst/>
          </a:prstGeom>
        </p:spPr>
      </p:pic>
      <p:sp>
        <p:nvSpPr>
          <p:cNvPr id="17" name="Rectangle: Rounded Corners 16">
            <a:extLst>
              <a:ext uri="{FF2B5EF4-FFF2-40B4-BE49-F238E27FC236}">
                <a16:creationId xmlns:a16="http://schemas.microsoft.com/office/drawing/2014/main" id="{707BE8B2-17C6-A58F-C788-3567CB08047D}"/>
              </a:ext>
            </a:extLst>
          </p:cNvPr>
          <p:cNvSpPr/>
          <p:nvPr userDrawn="1"/>
        </p:nvSpPr>
        <p:spPr>
          <a:xfrm>
            <a:off x="4794997" y="2726591"/>
            <a:ext cx="192864" cy="192864"/>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40" name="TextBox 39">
            <a:extLst>
              <a:ext uri="{FF2B5EF4-FFF2-40B4-BE49-F238E27FC236}">
                <a16:creationId xmlns:a16="http://schemas.microsoft.com/office/drawing/2014/main" id="{6EBF40C8-B951-94B3-AFEE-FC347CB81AED}"/>
              </a:ext>
            </a:extLst>
          </p:cNvPr>
          <p:cNvSpPr txBox="1"/>
          <p:nvPr userDrawn="1"/>
        </p:nvSpPr>
        <p:spPr>
          <a:xfrm>
            <a:off x="594206" y="1564724"/>
            <a:ext cx="1425841" cy="27822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ora-SIA"/>
                <a:ea typeface="+mn-ea"/>
                <a:cs typeface="+mn-cs"/>
              </a:rPr>
              <a:t>About this template</a:t>
            </a:r>
          </a:p>
          <a:p>
            <a:pPr>
              <a:lnSpc>
                <a:spcPct val="110000"/>
              </a:lnSpc>
              <a:spcAft>
                <a:spcPts val="400"/>
              </a:spcAft>
              <a:tabLst>
                <a:tab pos="458811" algn="l"/>
              </a:tabLst>
            </a:pPr>
            <a:r>
              <a:rPr lang="en-US" sz="800" b="0" dirty="0">
                <a:sym typeface="Wingdings 3" panose="05040102010807070707" pitchFamily="18" charset="2"/>
              </a:rPr>
              <a:t>These templates are the result of auditing hundreds of presentations.  This collection of layouts will be suitable for building any presentation. </a:t>
            </a:r>
          </a:p>
          <a:p>
            <a:pPr>
              <a:lnSpc>
                <a:spcPct val="110000"/>
              </a:lnSpc>
              <a:spcAft>
                <a:spcPts val="400"/>
              </a:spcAft>
              <a:tabLst>
                <a:tab pos="458811" algn="l"/>
              </a:tabLst>
            </a:pPr>
            <a:r>
              <a:rPr lang="en-US" sz="800" b="0" dirty="0">
                <a:sym typeface="Wingdings 3" panose="05040102010807070707" pitchFamily="18" charset="2"/>
              </a:rPr>
              <a:t>We encourage you to use them, as they are, with minimal modification.  </a:t>
            </a:r>
          </a:p>
          <a:p>
            <a:pPr>
              <a:lnSpc>
                <a:spcPct val="110000"/>
              </a:lnSpc>
              <a:spcAft>
                <a:spcPts val="400"/>
              </a:spcAft>
              <a:tabLst>
                <a:tab pos="458811" algn="l"/>
              </a:tabLst>
            </a:pPr>
            <a:r>
              <a:rPr lang="en-US" sz="800" b="0" dirty="0">
                <a:sym typeface="Wingdings 3" panose="05040102010807070707" pitchFamily="18" charset="2"/>
              </a:rPr>
              <a:t>This is also true for length of copy; please try not to exceed </a:t>
            </a:r>
            <a:br>
              <a:rPr lang="en-US" sz="800" b="0" dirty="0">
                <a:sym typeface="Wingdings 3" panose="05040102010807070707" pitchFamily="18" charset="2"/>
              </a:rPr>
            </a:br>
            <a:r>
              <a:rPr lang="en-US" sz="800" b="0" dirty="0">
                <a:sym typeface="Wingdings 3" panose="05040102010807070707" pitchFamily="18" charset="2"/>
              </a:rPr>
              <a:t>the space given for text or make text smaller to fit. The best presentations are succinct.</a:t>
            </a:r>
          </a:p>
        </p:txBody>
      </p:sp>
      <p:sp>
        <p:nvSpPr>
          <p:cNvPr id="5" name="TextBox 4">
            <a:extLst>
              <a:ext uri="{FF2B5EF4-FFF2-40B4-BE49-F238E27FC236}">
                <a16:creationId xmlns:a16="http://schemas.microsoft.com/office/drawing/2014/main" id="{819CC67F-20AA-220B-6D26-5E0018011F65}"/>
              </a:ext>
            </a:extLst>
          </p:cNvPr>
          <p:cNvSpPr txBox="1"/>
          <p:nvPr userDrawn="1"/>
        </p:nvSpPr>
        <p:spPr>
          <a:xfrm>
            <a:off x="6215764" y="1562119"/>
            <a:ext cx="1985271" cy="459336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duplicating pages </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Most slides are based on masters that are only a background and title so you can easily change backgrounds. To get a new slide that includes all text and image elements, duplicate it to get a new one. </a:t>
            </a:r>
          </a:p>
          <a:p>
            <a:pPr>
              <a:lnSpc>
                <a:spcPct val="110000"/>
              </a:lnSpc>
              <a:spcAft>
                <a:spcPts val="400"/>
              </a:spcAft>
              <a:tabLst>
                <a:tab pos="458811" algn="l"/>
              </a:tabLst>
            </a:pPr>
            <a:r>
              <a:rPr lang="en-US" sz="800" b="0" dirty="0">
                <a:sym typeface="Wingdings 3" panose="05040102010807070707" pitchFamily="18" charset="2"/>
              </a:rPr>
              <a:t>To duplicate, right click on the slide in the left sorter panel and select </a:t>
            </a:r>
            <a:r>
              <a:rPr lang="en-US" sz="800" b="1" dirty="0">
                <a:sym typeface="Wingdings 3" panose="05040102010807070707" pitchFamily="18" charset="2"/>
              </a:rPr>
              <a:t>Duplicate</a:t>
            </a:r>
            <a:r>
              <a:rPr lang="en-US" sz="800" b="0" dirty="0">
                <a:sym typeface="Wingdings 3" panose="05040102010807070707" pitchFamily="18" charset="2"/>
              </a:rPr>
              <a:t>. You can also select it, copy and paste it within the bar.</a:t>
            </a:r>
          </a:p>
          <a:p>
            <a:pPr>
              <a:lnSpc>
                <a:spcPct val="110000"/>
              </a:lnSpc>
              <a:spcAft>
                <a:spcPts val="400"/>
              </a:spcAft>
              <a:tabLst>
                <a:tab pos="458811" algn="l"/>
              </a:tabLst>
            </a:pPr>
            <a:r>
              <a:rPr lang="en-US" sz="800" b="0" dirty="0">
                <a:sym typeface="Wingdings 3" panose="05040102010807070707" pitchFamily="18" charset="2"/>
              </a:rPr>
              <a:t>Some slides, like basic text layouts and bios, have their own master.  For a new slide, click on </a:t>
            </a:r>
            <a:r>
              <a:rPr lang="en-US" sz="800" b="1" dirty="0">
                <a:sym typeface="Wingdings 3" panose="05040102010807070707" pitchFamily="18" charset="2"/>
              </a:rPr>
              <a:t>New Slide </a:t>
            </a:r>
            <a:r>
              <a:rPr lang="en-US" sz="800" b="0" dirty="0">
                <a:sym typeface="Wingdings 3" panose="05040102010807070707" pitchFamily="18" charset="2"/>
              </a:rPr>
              <a:t>on the left of the </a:t>
            </a:r>
            <a:r>
              <a:rPr lang="en-US" sz="800" b="1" dirty="0">
                <a:sym typeface="Wingdings 3" panose="05040102010807070707" pitchFamily="18" charset="2"/>
              </a:rPr>
              <a:t>Home Ribbon </a:t>
            </a:r>
            <a:r>
              <a:rPr lang="en-US" sz="800" b="0" dirty="0">
                <a:sym typeface="Wingdings 3" panose="05040102010807070707" pitchFamily="18" charset="2"/>
              </a:rPr>
              <a:t>and select the layout you want.</a:t>
            </a:r>
            <a:br>
              <a:rPr lang="en-US" sz="800" b="0" dirty="0">
                <a:sym typeface="Wingdings 3" panose="05040102010807070707" pitchFamily="18" charset="2"/>
              </a:rPr>
            </a:br>
            <a:endParaRPr lang="en-US" sz="800" b="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Add-on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Template slides</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ensure that you bring all the attributes and design elements from the add-on to your deck, </a:t>
            </a:r>
            <a:r>
              <a:rPr lang="en-US" sz="800" dirty="0"/>
              <a:t>copy the slide in </a:t>
            </a:r>
            <a:r>
              <a:rPr lang="en-US" sz="800" b="1" dirty="0"/>
              <a:t>Slide Sorter </a:t>
            </a:r>
            <a:r>
              <a:rPr lang="en-US" sz="800" dirty="0"/>
              <a:t>view. Then click on the slide just above where you want it inserted in </a:t>
            </a:r>
            <a:r>
              <a:rPr lang="en-US" sz="800" b="1" dirty="0"/>
              <a:t>Slide Sorter </a:t>
            </a:r>
            <a:r>
              <a:rPr lang="en-US" sz="800" dirty="0"/>
              <a:t>view and paste, selecting </a:t>
            </a:r>
            <a:r>
              <a:rPr lang="en-US" sz="800" b="1" dirty="0"/>
              <a:t>Keep Source Formatting </a:t>
            </a:r>
            <a:r>
              <a:rPr lang="en-US" sz="800" b="0" dirty="0"/>
              <a:t>from the floating pop-up.</a:t>
            </a:r>
            <a:endParaRPr lang="en-US" sz="800" b="0" dirty="0">
              <a:sym typeface="Wingdings 3" panose="05040102010807070707" pitchFamily="18" charset="2"/>
            </a:endParaRPr>
          </a:p>
        </p:txBody>
      </p:sp>
      <p:sp>
        <p:nvSpPr>
          <p:cNvPr id="39" name="Rectangle: Rounded Corners 38">
            <a:extLst>
              <a:ext uri="{FF2B5EF4-FFF2-40B4-BE49-F238E27FC236}">
                <a16:creationId xmlns:a16="http://schemas.microsoft.com/office/drawing/2014/main" id="{F63ABCE3-3778-E5CC-5C19-E52737C79151}"/>
              </a:ext>
            </a:extLst>
          </p:cNvPr>
          <p:cNvSpPr/>
          <p:nvPr userDrawn="1"/>
        </p:nvSpPr>
        <p:spPr>
          <a:xfrm>
            <a:off x="8576540" y="1504950"/>
            <a:ext cx="2786715" cy="4504977"/>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1" name="TextBox 40">
            <a:extLst>
              <a:ext uri="{FF2B5EF4-FFF2-40B4-BE49-F238E27FC236}">
                <a16:creationId xmlns:a16="http://schemas.microsoft.com/office/drawing/2014/main" id="{1FE73FA4-A49D-2910-FA9F-D8D523324845}"/>
              </a:ext>
            </a:extLst>
          </p:cNvPr>
          <p:cNvSpPr txBox="1"/>
          <p:nvPr userDrawn="1"/>
        </p:nvSpPr>
        <p:spPr>
          <a:xfrm>
            <a:off x="8710265" y="1622242"/>
            <a:ext cx="2492804" cy="3316421"/>
          </a:xfrm>
          <a:prstGeom prst="rect">
            <a:avLst/>
          </a:prstGeom>
          <a:noFill/>
        </p:spPr>
        <p:txBody>
          <a:bodyPr wrap="square" lIns="0" tIns="0" rIns="0" bIns="0">
            <a:spAutoFit/>
          </a:bodyPr>
          <a:lstStyle/>
          <a:p>
            <a:pPr marL="0" marR="0" lvl="0" indent="0" algn="l" defTabSz="914309" rtl="0" eaLnBrk="1" fontAlgn="auto" latinLnBrk="0" hangingPunct="1">
              <a:lnSpc>
                <a:spcPct val="110000"/>
              </a:lnSpc>
              <a:spcBef>
                <a:spcPts val="0"/>
              </a:spcBef>
              <a:spcAft>
                <a:spcPts val="400"/>
              </a:spcAft>
              <a:buClrTx/>
              <a:buSzTx/>
              <a:buFontTx/>
              <a:buNone/>
              <a:tabLst>
                <a:tab pos="458811" algn="l"/>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Important note about pasting entire slides from old documents: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1"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Avoid copying entire slides from older presentations</a:t>
            </a:r>
            <a:r>
              <a:rPr lang="en-US" sz="800" b="1" dirty="0">
                <a:solidFill>
                  <a:schemeClr val="accent5"/>
                </a:solidFill>
                <a:latin typeface="Sora-SIA"/>
                <a:sym typeface="Wingdings 3" panose="05040102010807070707" pitchFamily="18" charset="2"/>
              </a:rPr>
              <a:t>.</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paste with </a:t>
            </a:r>
            <a:r>
              <a:rPr kumimoji="0" lang="en-US" sz="800" b="1"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Use Designation Theme</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option.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This will prevent unwanted slide masters from being inserted into the doc and will force correct fonts and colors.  You will also need to manually apply all template attributes.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not use this method:</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Slides will not be the correct style and format and will make the deck look like a cobbled together Frankenstein.</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will carry over old Master Slide sets with them, adding to file size and complexity.</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could corrupt the document.</a:t>
            </a:r>
          </a:p>
          <a:p>
            <a:pPr marL="0" marR="0" lvl="0" indent="0" algn="l" defTabSz="914446" rtl="0" eaLnBrk="1" fontAlgn="auto" latinLnBrk="0" hangingPunct="1">
              <a:lnSpc>
                <a:spcPct val="110000"/>
              </a:lnSpc>
              <a:spcBef>
                <a:spcPts val="0"/>
              </a:spcBef>
              <a:spcAft>
                <a:spcPts val="400"/>
              </a:spcAft>
              <a:buClr>
                <a:srgbClr val="00DECC"/>
              </a:buClr>
              <a:buSzPct val="115000"/>
              <a:buFont typeface="+mj-lt"/>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Instead, copy and paste text and images into a new slide layout using the method shown here. This will go faster than you think, and the results will be superior.</a:t>
            </a:r>
          </a:p>
        </p:txBody>
      </p:sp>
      <p:grpSp>
        <p:nvGrpSpPr>
          <p:cNvPr id="42" name="Group 41">
            <a:extLst>
              <a:ext uri="{FF2B5EF4-FFF2-40B4-BE49-F238E27FC236}">
                <a16:creationId xmlns:a16="http://schemas.microsoft.com/office/drawing/2014/main" id="{E98EE542-A518-6200-B008-A0F835B05BD5}"/>
              </a:ext>
            </a:extLst>
          </p:cNvPr>
          <p:cNvGrpSpPr/>
          <p:nvPr userDrawn="1"/>
        </p:nvGrpSpPr>
        <p:grpSpPr>
          <a:xfrm>
            <a:off x="8710265" y="5008165"/>
            <a:ext cx="1454245" cy="890355"/>
            <a:chOff x="428625" y="2639446"/>
            <a:chExt cx="2788823" cy="1707445"/>
          </a:xfrm>
        </p:grpSpPr>
        <p:pic>
          <p:nvPicPr>
            <p:cNvPr id="43" name="Picture 42">
              <a:extLst>
                <a:ext uri="{FF2B5EF4-FFF2-40B4-BE49-F238E27FC236}">
                  <a16:creationId xmlns:a16="http://schemas.microsoft.com/office/drawing/2014/main" id="{C809D5B3-3AEB-4702-A61F-CDC5C87C09C9}"/>
                </a:ext>
              </a:extLst>
            </p:cNvPr>
            <p:cNvPicPr>
              <a:picLocks noChangeAspect="1"/>
            </p:cNvPicPr>
            <p:nvPr userDrawn="1"/>
          </p:nvPicPr>
          <p:blipFill>
            <a:blip r:embed="rId6"/>
            <a:stretch>
              <a:fillRect/>
            </a:stretch>
          </p:blipFill>
          <p:spPr>
            <a:xfrm>
              <a:off x="428625" y="2639446"/>
              <a:ext cx="1959801" cy="1277284"/>
            </a:xfrm>
            <a:prstGeom prst="roundRect">
              <a:avLst>
                <a:gd name="adj" fmla="val 10013"/>
              </a:avLst>
            </a:prstGeom>
          </p:spPr>
        </p:pic>
        <p:sp>
          <p:nvSpPr>
            <p:cNvPr id="44" name="Rectangle: Rounded Corners 43">
              <a:extLst>
                <a:ext uri="{FF2B5EF4-FFF2-40B4-BE49-F238E27FC236}">
                  <a16:creationId xmlns:a16="http://schemas.microsoft.com/office/drawing/2014/main" id="{EE9F121D-4394-5DCF-6F8A-0B26A2CEBE39}"/>
                </a:ext>
              </a:extLst>
            </p:cNvPr>
            <p:cNvSpPr/>
            <p:nvPr userDrawn="1"/>
          </p:nvSpPr>
          <p:spPr>
            <a:xfrm>
              <a:off x="1383667" y="3222800"/>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5" name="Rectangle: Rounded Corners 44">
              <a:extLst>
                <a:ext uri="{FF2B5EF4-FFF2-40B4-BE49-F238E27FC236}">
                  <a16:creationId xmlns:a16="http://schemas.microsoft.com/office/drawing/2014/main" id="{2D936EF3-34BA-BCF1-B930-A0FAE04F92ED}"/>
                </a:ext>
              </a:extLst>
            </p:cNvPr>
            <p:cNvSpPr/>
            <p:nvPr/>
          </p:nvSpPr>
          <p:spPr>
            <a:xfrm>
              <a:off x="493150" y="3222799"/>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46" name="Straight Arrow Connector 45">
              <a:extLst>
                <a:ext uri="{FF2B5EF4-FFF2-40B4-BE49-F238E27FC236}">
                  <a16:creationId xmlns:a16="http://schemas.microsoft.com/office/drawing/2014/main" id="{4174B612-2E56-301A-9F80-8797F5D45D64}"/>
                </a:ext>
              </a:extLst>
            </p:cNvPr>
            <p:cNvCxnSpPr>
              <a:cxnSpLocks/>
            </p:cNvCxnSpPr>
            <p:nvPr/>
          </p:nvCxnSpPr>
          <p:spPr>
            <a:xfrm>
              <a:off x="663553" y="3576000"/>
              <a:ext cx="0" cy="627510"/>
            </a:xfrm>
            <a:prstGeom prst="straightConnector1">
              <a:avLst/>
            </a:prstGeom>
            <a:ln w="12700">
              <a:headEnd type="arrow" w="lg" len="med"/>
              <a:tailEnd type="none"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D1CDCA5-3220-5940-C1F9-2C21E59206BD}"/>
                </a:ext>
              </a:extLst>
            </p:cNvPr>
            <p:cNvSpPr txBox="1"/>
            <p:nvPr/>
          </p:nvSpPr>
          <p:spPr>
            <a:xfrm>
              <a:off x="761875" y="4087390"/>
              <a:ext cx="2455573" cy="259501"/>
            </a:xfrm>
            <a:prstGeom prst="rect">
              <a:avLst/>
            </a:prstGeom>
            <a:noFill/>
          </p:spPr>
          <p:txBody>
            <a:bodyPr wrap="square" lIns="0" tIns="0" rIns="0" bIns="0" rtlCol="0" anchor="t" anchorCtr="0">
              <a:noAutofit/>
            </a:bodyPr>
            <a:lstStyle/>
            <a:p>
              <a:pPr algn="l"/>
              <a:r>
                <a:rPr lang="en-US" sz="800" dirty="0"/>
                <a:t>Use Destination Theme</a:t>
              </a:r>
            </a:p>
          </p:txBody>
        </p:sp>
      </p:grpSp>
      <p:pic>
        <p:nvPicPr>
          <p:cNvPr id="20" name="Picture 19">
            <a:extLst>
              <a:ext uri="{FF2B5EF4-FFF2-40B4-BE49-F238E27FC236}">
                <a16:creationId xmlns:a16="http://schemas.microsoft.com/office/drawing/2014/main" id="{786EDED8-BEEE-A4CE-F0B9-53FC7EC9891D}"/>
              </a:ext>
            </a:extLst>
          </p:cNvPr>
          <p:cNvPicPr>
            <a:picLocks noChangeAspect="1"/>
          </p:cNvPicPr>
          <p:nvPr userDrawn="1"/>
        </p:nvPicPr>
        <p:blipFill>
          <a:blip r:embed="rId7"/>
          <a:stretch>
            <a:fillRect/>
          </a:stretch>
        </p:blipFill>
        <p:spPr>
          <a:xfrm>
            <a:off x="6213475" y="5830861"/>
            <a:ext cx="1116581" cy="722250"/>
          </a:xfrm>
          <a:prstGeom prst="roundRect">
            <a:avLst>
              <a:gd name="adj" fmla="val 9150"/>
            </a:avLst>
          </a:prstGeom>
        </p:spPr>
      </p:pic>
    </p:spTree>
    <p:extLst>
      <p:ext uri="{BB962C8B-B14F-4D97-AF65-F5344CB8AC3E}">
        <p14:creationId xmlns:p14="http://schemas.microsoft.com/office/powerpoint/2010/main" val="1291279494"/>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w to us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18" name="TextBox 17">
            <a:extLst>
              <a:ext uri="{FF2B5EF4-FFF2-40B4-BE49-F238E27FC236}">
                <a16:creationId xmlns:a16="http://schemas.microsoft.com/office/drawing/2014/main" id="{83D2070E-4F24-42C3-C3D3-41964AE2998C}"/>
              </a:ext>
            </a:extLst>
          </p:cNvPr>
          <p:cNvSpPr txBox="1"/>
          <p:nvPr userDrawn="1"/>
        </p:nvSpPr>
        <p:spPr>
          <a:xfrm>
            <a:off x="425067" y="1523933"/>
            <a:ext cx="1691125" cy="1501565"/>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Keep corner radius consistent</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If you need to change the size and proportion of a box with rounded corners, be sure to make them the same corner radius as boxes shown in the master layouts. This can be adjusted by eye using the corner handle, as shown below.</a:t>
            </a:r>
          </a:p>
        </p:txBody>
      </p:sp>
      <p:pic>
        <p:nvPicPr>
          <p:cNvPr id="19" name="Picture 18">
            <a:extLst>
              <a:ext uri="{FF2B5EF4-FFF2-40B4-BE49-F238E27FC236}">
                <a16:creationId xmlns:a16="http://schemas.microsoft.com/office/drawing/2014/main" id="{6D29AFD8-3FD0-C47B-027D-1E784906E49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3365" y="3091453"/>
            <a:ext cx="1203999" cy="706572"/>
          </a:xfrm>
          <a:prstGeom prst="rect">
            <a:avLst/>
          </a:prstGeom>
        </p:spPr>
      </p:pic>
      <p:cxnSp>
        <p:nvCxnSpPr>
          <p:cNvPr id="20" name="Straight Arrow Connector 19">
            <a:extLst>
              <a:ext uri="{FF2B5EF4-FFF2-40B4-BE49-F238E27FC236}">
                <a16:creationId xmlns:a16="http://schemas.microsoft.com/office/drawing/2014/main" id="{4B5023A4-6EE3-4362-2B87-5E1D6667705C}"/>
              </a:ext>
            </a:extLst>
          </p:cNvPr>
          <p:cNvCxnSpPr>
            <a:cxnSpLocks/>
          </p:cNvCxnSpPr>
          <p:nvPr userDrawn="1"/>
        </p:nvCxnSpPr>
        <p:spPr>
          <a:xfrm flipV="1">
            <a:off x="827260" y="3329207"/>
            <a:ext cx="0" cy="153538"/>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BEE1CD92-5F47-14F1-378C-E8B9B8E4A645}"/>
              </a:ext>
            </a:extLst>
          </p:cNvPr>
          <p:cNvGrpSpPr/>
          <p:nvPr userDrawn="1"/>
        </p:nvGrpSpPr>
        <p:grpSpPr>
          <a:xfrm>
            <a:off x="2353880" y="2799338"/>
            <a:ext cx="1691125" cy="1216420"/>
            <a:chOff x="5988066" y="2536313"/>
            <a:chExt cx="2207404" cy="1587778"/>
          </a:xfrm>
        </p:grpSpPr>
        <p:pic>
          <p:nvPicPr>
            <p:cNvPr id="22" name="Picture 21">
              <a:extLst>
                <a:ext uri="{FF2B5EF4-FFF2-40B4-BE49-F238E27FC236}">
                  <a16:creationId xmlns:a16="http://schemas.microsoft.com/office/drawing/2014/main" id="{36D625F6-BCA3-C576-A637-53D1762C41B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988066" y="3473190"/>
              <a:ext cx="2207404" cy="650901"/>
            </a:xfrm>
            <a:prstGeom prst="rect">
              <a:avLst/>
            </a:prstGeom>
          </p:spPr>
        </p:pic>
        <p:pic>
          <p:nvPicPr>
            <p:cNvPr id="30" name="Picture 29">
              <a:extLst>
                <a:ext uri="{FF2B5EF4-FFF2-40B4-BE49-F238E27FC236}">
                  <a16:creationId xmlns:a16="http://schemas.microsoft.com/office/drawing/2014/main" id="{C556F7A4-210F-7746-534B-F006305C0B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88066" y="2536313"/>
              <a:ext cx="2207404" cy="650901"/>
            </a:xfrm>
            <a:prstGeom prst="rect">
              <a:avLst/>
            </a:prstGeom>
          </p:spPr>
        </p:pic>
      </p:grpSp>
      <p:sp>
        <p:nvSpPr>
          <p:cNvPr id="31" name="TextBox 30">
            <a:extLst>
              <a:ext uri="{FF2B5EF4-FFF2-40B4-BE49-F238E27FC236}">
                <a16:creationId xmlns:a16="http://schemas.microsoft.com/office/drawing/2014/main" id="{54ED4A6F-2892-E30C-EF2A-A91CDA6B839E}"/>
              </a:ext>
            </a:extLst>
          </p:cNvPr>
          <p:cNvSpPr txBox="1"/>
          <p:nvPr userDrawn="1"/>
        </p:nvSpPr>
        <p:spPr>
          <a:xfrm>
            <a:off x="2353880" y="1532827"/>
            <a:ext cx="1691125" cy="117993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chemeClr val="tx1"/>
                </a:solidFill>
                <a:effectLst/>
                <a:uLnTx/>
                <a:uFillTx/>
                <a:latin typeface="Sora-SIA"/>
                <a:ea typeface="+mn-ea"/>
                <a:cs typeface="+mn-cs"/>
              </a:rPr>
              <a:t>Aligning boxes</a:t>
            </a:r>
            <a:endParaRPr kumimoji="0" lang="en-US" sz="1000" b="0" i="0" u="none" strike="noStrike" kern="1200" cap="none" spc="0" normalizeH="0" baseline="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a:sym typeface="Wingdings 3" panose="05040102010807070707" pitchFamily="18" charset="2"/>
              </a:rPr>
              <a:t>There are many design elements that appear to be one unit, but are actually made from two separate boxes. If they become misaligned, go the </a:t>
            </a:r>
            <a:r>
              <a:rPr lang="en-US" sz="800" b="1">
                <a:sym typeface="Wingdings 3" panose="05040102010807070707" pitchFamily="18" charset="2"/>
              </a:rPr>
              <a:t>Shape Format Ribbon</a:t>
            </a:r>
            <a:r>
              <a:rPr lang="en-US" sz="800" b="0">
                <a:sym typeface="Wingdings 3" panose="05040102010807070707" pitchFamily="18" charset="2"/>
              </a:rPr>
              <a:t> and under </a:t>
            </a:r>
            <a:r>
              <a:rPr lang="en-US" sz="800" b="1">
                <a:sym typeface="Wingdings 3" panose="05040102010807070707" pitchFamily="18" charset="2"/>
              </a:rPr>
              <a:t>Align</a:t>
            </a:r>
            <a:r>
              <a:rPr lang="en-US" sz="800" b="0">
                <a:sym typeface="Wingdings 3" panose="05040102010807070707" pitchFamily="18" charset="2"/>
              </a:rPr>
              <a:t> select </a:t>
            </a:r>
            <a:r>
              <a:rPr lang="en-US" sz="800" b="1">
                <a:sym typeface="Wingdings 3" panose="05040102010807070707" pitchFamily="18" charset="2"/>
              </a:rPr>
              <a:t>Align Center.</a:t>
            </a:r>
            <a:endParaRPr lang="en-US" sz="800" b="1"/>
          </a:p>
        </p:txBody>
      </p:sp>
      <p:cxnSp>
        <p:nvCxnSpPr>
          <p:cNvPr id="32" name="Straight Arrow Connector 31">
            <a:extLst>
              <a:ext uri="{FF2B5EF4-FFF2-40B4-BE49-F238E27FC236}">
                <a16:creationId xmlns:a16="http://schemas.microsoft.com/office/drawing/2014/main" id="{E6D6EBB9-6F23-1BAD-93E6-22DCBB0C18BD}"/>
              </a:ext>
            </a:extLst>
          </p:cNvPr>
          <p:cNvCxnSpPr>
            <a:cxnSpLocks/>
          </p:cNvCxnSpPr>
          <p:nvPr userDrawn="1"/>
        </p:nvCxnSpPr>
        <p:spPr>
          <a:xfrm>
            <a:off x="3864506" y="3140131"/>
            <a:ext cx="0" cy="593718"/>
          </a:xfrm>
          <a:prstGeom prst="straightConnector1">
            <a:avLst/>
          </a:prstGeom>
          <a:ln w="12700">
            <a:solidFill>
              <a:schemeClr val="accent1"/>
            </a:solidFill>
            <a:headEnd w="lg" len="sm"/>
            <a:tailEnd type="arrow" w="lg" len="med"/>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4D44AA1-B9D7-6DA1-3DB1-755E05D73B68}"/>
              </a:ext>
            </a:extLst>
          </p:cNvPr>
          <p:cNvSpPr/>
          <p:nvPr userDrawn="1"/>
        </p:nvSpPr>
        <p:spPr>
          <a:xfrm>
            <a:off x="3774890" y="2956741"/>
            <a:ext cx="183391" cy="183391"/>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37" name="Picture 36">
            <a:extLst>
              <a:ext uri="{FF2B5EF4-FFF2-40B4-BE49-F238E27FC236}">
                <a16:creationId xmlns:a16="http://schemas.microsoft.com/office/drawing/2014/main" id="{B8C08FB9-66D1-4CC3-EA94-A6B360D4587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353880" y="4234848"/>
            <a:ext cx="1691126" cy="831392"/>
          </a:xfrm>
          <a:prstGeom prst="rect">
            <a:avLst/>
          </a:prstGeom>
        </p:spPr>
      </p:pic>
      <p:sp>
        <p:nvSpPr>
          <p:cNvPr id="38" name="Rectangle: Rounded Corners 37">
            <a:extLst>
              <a:ext uri="{FF2B5EF4-FFF2-40B4-BE49-F238E27FC236}">
                <a16:creationId xmlns:a16="http://schemas.microsoft.com/office/drawing/2014/main" id="{0C8449B1-F2A1-A6F0-6798-90F9BDEAB558}"/>
              </a:ext>
            </a:extLst>
          </p:cNvPr>
          <p:cNvSpPr/>
          <p:nvPr userDrawn="1"/>
        </p:nvSpPr>
        <p:spPr>
          <a:xfrm>
            <a:off x="2656168" y="4845841"/>
            <a:ext cx="540745" cy="12855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9" name="TextBox 38">
            <a:extLst>
              <a:ext uri="{FF2B5EF4-FFF2-40B4-BE49-F238E27FC236}">
                <a16:creationId xmlns:a16="http://schemas.microsoft.com/office/drawing/2014/main" id="{F5C79980-FB67-AE9F-C6C1-CF0316553984}"/>
              </a:ext>
            </a:extLst>
          </p:cNvPr>
          <p:cNvSpPr txBox="1"/>
          <p:nvPr userDrawn="1"/>
        </p:nvSpPr>
        <p:spPr>
          <a:xfrm>
            <a:off x="4280988" y="1534690"/>
            <a:ext cx="1691242" cy="214065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Copying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applying styles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make styles consistent, you can copy styles from other elements and text.  </a:t>
            </a:r>
          </a:p>
          <a:p>
            <a:pPr>
              <a:lnSpc>
                <a:spcPct val="110000"/>
              </a:lnSpc>
              <a:spcAft>
                <a:spcPts val="400"/>
              </a:spcAft>
              <a:tabLst>
                <a:tab pos="458811" algn="l"/>
              </a:tabLst>
            </a:pPr>
            <a:r>
              <a:rPr lang="en-US" sz="800" b="0" dirty="0">
                <a:sym typeface="Wingdings 3" panose="05040102010807070707" pitchFamily="18" charset="2"/>
              </a:rPr>
              <a:t>Select the text that you want to copy the style, and click on the </a:t>
            </a:r>
            <a:r>
              <a:rPr lang="en-US" sz="800" b="1" dirty="0">
                <a:sym typeface="Wingdings 3" panose="05040102010807070707" pitchFamily="18" charset="2"/>
              </a:rPr>
              <a:t>Format Painter </a:t>
            </a:r>
            <a:r>
              <a:rPr lang="en-US" sz="800" b="0" dirty="0">
                <a:sym typeface="Wingdings 3" panose="05040102010807070707" pitchFamily="18" charset="2"/>
              </a:rPr>
              <a:t>on the far left of the </a:t>
            </a:r>
            <a:r>
              <a:rPr lang="en-US" sz="800" b="1" dirty="0">
                <a:sym typeface="Wingdings 3" panose="05040102010807070707" pitchFamily="18" charset="2"/>
              </a:rPr>
              <a:t>Home Ribbon</a:t>
            </a:r>
            <a:r>
              <a:rPr lang="en-US" sz="800" b="0" dirty="0">
                <a:sym typeface="Wingdings 3" panose="05040102010807070707" pitchFamily="18" charset="2"/>
              </a:rPr>
              <a:t>. Then highlight the text you want the style applied to and it will update it.  Shift-clicking on Format Painter will make it stick, so you can apply repeatedly.</a:t>
            </a:r>
            <a:endParaRPr lang="en-US" sz="800" b="1" dirty="0"/>
          </a:p>
        </p:txBody>
      </p:sp>
      <p:pic>
        <p:nvPicPr>
          <p:cNvPr id="41" name="Picture 40">
            <a:extLst>
              <a:ext uri="{FF2B5EF4-FFF2-40B4-BE49-F238E27FC236}">
                <a16:creationId xmlns:a16="http://schemas.microsoft.com/office/drawing/2014/main" id="{08EC23E2-9FDF-36FC-7260-C73B84ED2C6E}"/>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278464" y="3707279"/>
            <a:ext cx="1096669" cy="788557"/>
          </a:xfrm>
          <a:prstGeom prst="rect">
            <a:avLst/>
          </a:prstGeom>
        </p:spPr>
      </p:pic>
      <p:sp>
        <p:nvSpPr>
          <p:cNvPr id="43" name="Rectangle: Rounded Corners 42">
            <a:extLst>
              <a:ext uri="{FF2B5EF4-FFF2-40B4-BE49-F238E27FC236}">
                <a16:creationId xmlns:a16="http://schemas.microsoft.com/office/drawing/2014/main" id="{D7D0D758-C3EF-63E2-F518-2295F17E7440}"/>
              </a:ext>
            </a:extLst>
          </p:cNvPr>
          <p:cNvSpPr/>
          <p:nvPr userDrawn="1"/>
        </p:nvSpPr>
        <p:spPr>
          <a:xfrm>
            <a:off x="4633933" y="4224836"/>
            <a:ext cx="626323" cy="151467"/>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3" name="TextBox 2">
            <a:extLst>
              <a:ext uri="{FF2B5EF4-FFF2-40B4-BE49-F238E27FC236}">
                <a16:creationId xmlns:a16="http://schemas.microsoft.com/office/drawing/2014/main" id="{572D5A69-2157-1486-0FEE-E81A1A1342F5}"/>
              </a:ext>
            </a:extLst>
          </p:cNvPr>
          <p:cNvSpPr txBox="1"/>
          <p:nvPr userDrawn="1"/>
        </p:nvSpPr>
        <p:spPr>
          <a:xfrm>
            <a:off x="6208213" y="1534690"/>
            <a:ext cx="2671763" cy="152330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Placing images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If they are existing slides, they will contain an image. To update the image, with a new one, either drag and drop a new image from a folder over it, or do the following: </a:t>
            </a:r>
          </a:p>
          <a:p>
            <a:pPr>
              <a:lnSpc>
                <a:spcPct val="110000"/>
              </a:lnSpc>
              <a:spcAft>
                <a:spcPts val="400"/>
              </a:spcAft>
              <a:tabLst>
                <a:tab pos="458811" algn="l"/>
              </a:tabLst>
            </a:pPr>
            <a:r>
              <a:rPr lang="en-US" sz="800" dirty="0">
                <a:sym typeface="Wingdings 3" panose="05040102010807070707" pitchFamily="18" charset="2"/>
              </a:rPr>
              <a:t>Right-click on the image and select </a:t>
            </a:r>
            <a:r>
              <a:rPr lang="en-US" sz="800" b="1" dirty="0">
                <a:sym typeface="Wingdings 3" panose="05040102010807070707" pitchFamily="18" charset="2"/>
              </a:rPr>
              <a:t>Change Picture</a:t>
            </a:r>
            <a:r>
              <a:rPr lang="en-US" sz="800" dirty="0">
                <a:sym typeface="Wingdings 3" panose="05040102010807070707" pitchFamily="18" charset="2"/>
              </a:rPr>
              <a:t>; then select </a:t>
            </a:r>
            <a:r>
              <a:rPr lang="en-US" sz="800" b="1" dirty="0">
                <a:sym typeface="Wingdings 3" panose="05040102010807070707" pitchFamily="18" charset="2"/>
              </a:rPr>
              <a:t>This device… </a:t>
            </a:r>
            <a:r>
              <a:rPr lang="en-US" sz="800" dirty="0">
                <a:sym typeface="Wingdings 3" panose="05040102010807070707" pitchFamily="18" charset="2"/>
              </a:rPr>
              <a:t>if you are going to navigate to a folder, or </a:t>
            </a:r>
            <a:r>
              <a:rPr lang="en-US" sz="800" b="1" dirty="0">
                <a:sym typeface="Wingdings 3" panose="05040102010807070707" pitchFamily="18" charset="2"/>
              </a:rPr>
              <a:t>From</a:t>
            </a:r>
            <a:r>
              <a:rPr lang="en-US" sz="800" dirty="0">
                <a:sym typeface="Wingdings 3" panose="05040102010807070707" pitchFamily="18" charset="2"/>
              </a:rPr>
              <a:t> </a:t>
            </a:r>
            <a:r>
              <a:rPr lang="en-US" sz="800" b="1" dirty="0">
                <a:sym typeface="Wingdings 3" panose="05040102010807070707" pitchFamily="18" charset="2"/>
              </a:rPr>
              <a:t>Clipboard…</a:t>
            </a:r>
            <a:r>
              <a:rPr lang="en-US" sz="800" dirty="0">
                <a:sym typeface="Wingdings 3" panose="05040102010807070707" pitchFamily="18" charset="2"/>
              </a:rPr>
              <a:t> if you have copied an image.</a:t>
            </a:r>
          </a:p>
        </p:txBody>
      </p:sp>
      <p:pic>
        <p:nvPicPr>
          <p:cNvPr id="5" name="Picture 4">
            <a:extLst>
              <a:ext uri="{FF2B5EF4-FFF2-40B4-BE49-F238E27FC236}">
                <a16:creationId xmlns:a16="http://schemas.microsoft.com/office/drawing/2014/main" id="{7A380D1F-9B61-FA2A-2F73-8A65A886FC33}"/>
              </a:ext>
            </a:extLst>
          </p:cNvPr>
          <p:cNvPicPr>
            <a:picLocks noChangeAspect="1"/>
          </p:cNvPicPr>
          <p:nvPr userDrawn="1"/>
        </p:nvPicPr>
        <p:blipFill>
          <a:blip r:embed="rId8"/>
          <a:stretch>
            <a:fillRect/>
          </a:stretch>
        </p:blipFill>
        <p:spPr>
          <a:xfrm>
            <a:off x="6195424" y="2993805"/>
            <a:ext cx="2684554" cy="2025115"/>
          </a:xfrm>
          <a:prstGeom prst="roundRect">
            <a:avLst>
              <a:gd name="adj" fmla="val 5209"/>
            </a:avLst>
          </a:prstGeom>
        </p:spPr>
      </p:pic>
      <p:sp>
        <p:nvSpPr>
          <p:cNvPr id="7" name="TextBox 6">
            <a:extLst>
              <a:ext uri="{FF2B5EF4-FFF2-40B4-BE49-F238E27FC236}">
                <a16:creationId xmlns:a16="http://schemas.microsoft.com/office/drawing/2014/main" id="{ACDA130D-2893-2B5F-F722-4932A5D25F3A}"/>
              </a:ext>
            </a:extLst>
          </p:cNvPr>
          <p:cNvSpPr txBox="1"/>
          <p:nvPr userDrawn="1"/>
        </p:nvSpPr>
        <p:spPr>
          <a:xfrm>
            <a:off x="9115959" y="1757476"/>
            <a:ext cx="1624418" cy="1034477"/>
          </a:xfrm>
          <a:prstGeom prst="rect">
            <a:avLst/>
          </a:prstGeom>
          <a:noFill/>
        </p:spPr>
        <p:txBody>
          <a:bodyPr wrap="square" lIns="0" tIns="0" rIns="0" bIns="0" rtlCol="0">
            <a:noAutofit/>
          </a:bodyPr>
          <a:lstStyle/>
          <a:p>
            <a:pPr>
              <a:lnSpc>
                <a:spcPct val="110000"/>
              </a:lnSpc>
              <a:tabLst>
                <a:tab pos="458811" algn="l"/>
              </a:tabLst>
            </a:pPr>
            <a:r>
              <a:rPr lang="en-US" sz="800" dirty="0">
                <a:sym typeface="Wingdings 3" panose="05040102010807070707" pitchFamily="18" charset="2"/>
              </a:rPr>
              <a:t>If you have inserted a new slide, you will see gray image placeholder boxes. To place an image, simply click on the picture icon at the center and a window will pop up for you to navigate to the image.</a:t>
            </a:r>
          </a:p>
        </p:txBody>
      </p:sp>
      <p:pic>
        <p:nvPicPr>
          <p:cNvPr id="8" name="Picture 7">
            <a:extLst>
              <a:ext uri="{FF2B5EF4-FFF2-40B4-BE49-F238E27FC236}">
                <a16:creationId xmlns:a16="http://schemas.microsoft.com/office/drawing/2014/main" id="{E69C5CB6-8E0F-C317-AC16-3A29D96D74D8}"/>
              </a:ext>
            </a:extLst>
          </p:cNvPr>
          <p:cNvPicPr>
            <a:picLocks noChangeAspect="1"/>
          </p:cNvPicPr>
          <p:nvPr userDrawn="1"/>
        </p:nvPicPr>
        <p:blipFill>
          <a:blip r:embed="rId9"/>
          <a:stretch>
            <a:fillRect/>
          </a:stretch>
        </p:blipFill>
        <p:spPr>
          <a:xfrm>
            <a:off x="9115959" y="2993805"/>
            <a:ext cx="2067240" cy="1562716"/>
          </a:xfrm>
          <a:prstGeom prst="roundRect">
            <a:avLst>
              <a:gd name="adj" fmla="val 5878"/>
            </a:avLst>
          </a:prstGeom>
        </p:spPr>
      </p:pic>
    </p:spTree>
    <p:extLst>
      <p:ext uri="{BB962C8B-B14F-4D97-AF65-F5344CB8AC3E}">
        <p14:creationId xmlns:p14="http://schemas.microsoft.com/office/powerpoint/2010/main" val="266405496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r u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TextBox 2">
            <a:extLst>
              <a:ext uri="{FF2B5EF4-FFF2-40B4-BE49-F238E27FC236}">
                <a16:creationId xmlns:a16="http://schemas.microsoft.com/office/drawing/2014/main" id="{6DB37E33-608B-D90B-43F9-5DE93B0480B1}"/>
              </a:ext>
            </a:extLst>
          </p:cNvPr>
          <p:cNvSpPr txBox="1"/>
          <p:nvPr userDrawn="1"/>
        </p:nvSpPr>
        <p:spPr>
          <a:xfrm>
            <a:off x="428626" y="2076789"/>
            <a:ext cx="1573946"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Primary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All colors can be used for backgrounds </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White/Sia Gradient are the main background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and White can be used for text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is pure black </a:t>
            </a:r>
            <a:br>
              <a:rPr lang="en-US" sz="800" b="0" dirty="0">
                <a:sym typeface="Wingdings 3" panose="05040102010807070707" pitchFamily="18" charset="2"/>
              </a:rPr>
            </a:br>
            <a:r>
              <a:rPr lang="en-US" sz="800" b="0" dirty="0">
                <a:sym typeface="Wingdings 3" panose="05040102010807070707" pitchFamily="18" charset="2"/>
              </a:rPr>
              <a:t>for print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Sia Teal is reserved for accent colors</a:t>
            </a:r>
            <a:endParaRPr lang="en-US" sz="800" b="1" dirty="0">
              <a:sym typeface="Wingdings 3" panose="05040102010807070707" pitchFamily="18" charset="2"/>
            </a:endParaRPr>
          </a:p>
        </p:txBody>
      </p:sp>
      <p:sp>
        <p:nvSpPr>
          <p:cNvPr id="5" name="TextBox 4">
            <a:extLst>
              <a:ext uri="{FF2B5EF4-FFF2-40B4-BE49-F238E27FC236}">
                <a16:creationId xmlns:a16="http://schemas.microsoft.com/office/drawing/2014/main" id="{DB8B48A3-0B02-3B42-53A4-1751180CD8D3}"/>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dirty="0">
                <a:solidFill>
                  <a:schemeClr val="tx1"/>
                </a:solidFill>
                <a:latin typeface="+mj-lt"/>
                <a:ea typeface="+mj-ea"/>
                <a:cs typeface="+mj-cs"/>
              </a:rPr>
              <a:t>Color use </a:t>
            </a:r>
            <a:r>
              <a:rPr lang="en-US" sz="1200" kern="1200" dirty="0">
                <a:solidFill>
                  <a:srgbClr val="8796A9"/>
                </a:solidFill>
                <a:latin typeface="+mj-lt"/>
                <a:ea typeface="+mj-ea"/>
                <a:cs typeface="+mj-cs"/>
              </a:rPr>
              <a:t>[Delete before use]</a:t>
            </a:r>
            <a:endParaRPr lang="en-US" sz="2650" kern="1200" dirty="0">
              <a:solidFill>
                <a:srgbClr val="8796A9"/>
              </a:solidFill>
              <a:latin typeface="+mj-lt"/>
              <a:ea typeface="+mj-ea"/>
              <a:cs typeface="+mj-cs"/>
            </a:endParaRPr>
          </a:p>
        </p:txBody>
      </p:sp>
      <p:sp>
        <p:nvSpPr>
          <p:cNvPr id="20" name="TextBox 19">
            <a:extLst>
              <a:ext uri="{FF2B5EF4-FFF2-40B4-BE49-F238E27FC236}">
                <a16:creationId xmlns:a16="http://schemas.microsoft.com/office/drawing/2014/main" id="{10277831-363F-9185-3A2B-F5FF1424988F}"/>
              </a:ext>
            </a:extLst>
          </p:cNvPr>
          <p:cNvSpPr txBox="1"/>
          <p:nvPr userDrawn="1"/>
        </p:nvSpPr>
        <p:spPr>
          <a:xfrm>
            <a:off x="428625" y="4414025"/>
            <a:ext cx="1690688"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Used as supporting colors under limited circumstances for backgrounds, accent, highlights, text and illustrations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Cannot be used on their own without the primary colors</a:t>
            </a:r>
            <a:endParaRPr lang="en-US" sz="800" b="1" dirty="0">
              <a:sym typeface="Wingdings 3" panose="05040102010807070707" pitchFamily="18" charset="2"/>
            </a:endParaRPr>
          </a:p>
        </p:txBody>
      </p:sp>
      <p:pic>
        <p:nvPicPr>
          <p:cNvPr id="21" name="Picture 20">
            <a:extLst>
              <a:ext uri="{FF2B5EF4-FFF2-40B4-BE49-F238E27FC236}">
                <a16:creationId xmlns:a16="http://schemas.microsoft.com/office/drawing/2014/main" id="{06254752-FB0D-62B3-58A9-3EAA866920D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8148564" y="2417535"/>
            <a:ext cx="2184512" cy="2643517"/>
          </a:xfrm>
          <a:prstGeom prst="rect">
            <a:avLst/>
          </a:prstGeom>
        </p:spPr>
      </p:pic>
      <p:sp>
        <p:nvSpPr>
          <p:cNvPr id="22" name="TextBox 21">
            <a:extLst>
              <a:ext uri="{FF2B5EF4-FFF2-40B4-BE49-F238E27FC236}">
                <a16:creationId xmlns:a16="http://schemas.microsoft.com/office/drawing/2014/main" id="{CB2D6DC9-CBD6-B443-BE19-94208F1BF1E7}"/>
              </a:ext>
            </a:extLst>
          </p:cNvPr>
          <p:cNvSpPr txBox="1"/>
          <p:nvPr userDrawn="1"/>
        </p:nvSpPr>
        <p:spPr>
          <a:xfrm>
            <a:off x="6210408" y="2076789"/>
            <a:ext cx="1626031"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The MS Office Palette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color palette has been customized for the template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top row [Theme Colors] is made up of Primary and 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group of colors below [Custom Colors] includes all colors, including Secondary and tertiary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Hovering over a color will bring up the color name</a:t>
            </a:r>
            <a:endParaRPr lang="en-US" sz="800" b="1" dirty="0">
              <a:sym typeface="Wingdings 3" panose="05040102010807070707" pitchFamily="18" charset="2"/>
            </a:endParaRPr>
          </a:p>
        </p:txBody>
      </p:sp>
      <p:sp>
        <p:nvSpPr>
          <p:cNvPr id="30" name="Rectangle: Rounded Corners 29">
            <a:extLst>
              <a:ext uri="{FF2B5EF4-FFF2-40B4-BE49-F238E27FC236}">
                <a16:creationId xmlns:a16="http://schemas.microsoft.com/office/drawing/2014/main" id="{C5108AFA-AAC4-47CC-0315-168B5AC50051}"/>
              </a:ext>
            </a:extLst>
          </p:cNvPr>
          <p:cNvSpPr/>
          <p:nvPr userDrawn="1"/>
        </p:nvSpPr>
        <p:spPr>
          <a:xfrm>
            <a:off x="8148565" y="2770122"/>
            <a:ext cx="862153"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1" name="Rectangle: Rounded Corners 30">
            <a:extLst>
              <a:ext uri="{FF2B5EF4-FFF2-40B4-BE49-F238E27FC236}">
                <a16:creationId xmlns:a16="http://schemas.microsoft.com/office/drawing/2014/main" id="{8D83E7C6-681B-6326-95B7-79BE21C6F4FA}"/>
              </a:ext>
            </a:extLst>
          </p:cNvPr>
          <p:cNvSpPr/>
          <p:nvPr userDrawn="1"/>
        </p:nvSpPr>
        <p:spPr>
          <a:xfrm>
            <a:off x="9041700" y="2770121"/>
            <a:ext cx="1291377"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6" name="TextBox 35">
            <a:extLst>
              <a:ext uri="{FF2B5EF4-FFF2-40B4-BE49-F238E27FC236}">
                <a16:creationId xmlns:a16="http://schemas.microsoft.com/office/drawing/2014/main" id="{78CD3018-0657-2F15-09E6-06D4948D26DF}"/>
              </a:ext>
            </a:extLst>
          </p:cNvPr>
          <p:cNvSpPr txBox="1"/>
          <p:nvPr userDrawn="1"/>
        </p:nvSpPr>
        <p:spPr>
          <a:xfrm>
            <a:off x="8050704" y="2035027"/>
            <a:ext cx="1379982" cy="33855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Default theme text and background colors</a:t>
            </a:r>
            <a:endParaRPr lang="en-US" sz="2700" dirty="0">
              <a:solidFill>
                <a:schemeClr val="accent5"/>
              </a:solidFill>
            </a:endParaRPr>
          </a:p>
        </p:txBody>
      </p:sp>
      <p:cxnSp>
        <p:nvCxnSpPr>
          <p:cNvPr id="37" name="Connector: Elbow 36">
            <a:extLst>
              <a:ext uri="{FF2B5EF4-FFF2-40B4-BE49-F238E27FC236}">
                <a16:creationId xmlns:a16="http://schemas.microsoft.com/office/drawing/2014/main" id="{82FD6AAA-C6FF-F504-77AC-AFC21C1B9661}"/>
              </a:ext>
            </a:extLst>
          </p:cNvPr>
          <p:cNvCxnSpPr>
            <a:stCxn id="36" idx="1"/>
            <a:endCxn id="30" idx="1"/>
          </p:cNvCxnSpPr>
          <p:nvPr userDrawn="1"/>
        </p:nvCxnSpPr>
        <p:spPr>
          <a:xfrm rot="10800000" flipH="1" flipV="1">
            <a:off x="8050703" y="2204303"/>
            <a:ext cx="97861" cy="679991"/>
          </a:xfrm>
          <a:prstGeom prst="bentConnector3">
            <a:avLst>
              <a:gd name="adj1" fmla="val -233597"/>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8D63E99-C25D-036E-E99D-177566C4CF4F}"/>
              </a:ext>
            </a:extLst>
          </p:cNvPr>
          <p:cNvSpPr txBox="1"/>
          <p:nvPr userDrawn="1"/>
        </p:nvSpPr>
        <p:spPr>
          <a:xfrm>
            <a:off x="10560048" y="2589367"/>
            <a:ext cx="1379982" cy="584775"/>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Charts will auto-populate using these colors in order, from left to right</a:t>
            </a:r>
            <a:endParaRPr lang="en-US" sz="2700" dirty="0">
              <a:solidFill>
                <a:schemeClr val="accent5"/>
              </a:solidFill>
            </a:endParaRPr>
          </a:p>
        </p:txBody>
      </p:sp>
      <p:cxnSp>
        <p:nvCxnSpPr>
          <p:cNvPr id="39" name="Straight Connector 38">
            <a:extLst>
              <a:ext uri="{FF2B5EF4-FFF2-40B4-BE49-F238E27FC236}">
                <a16:creationId xmlns:a16="http://schemas.microsoft.com/office/drawing/2014/main" id="{9E77CEC8-5A79-F2D0-18AD-1ECA206B528E}"/>
              </a:ext>
            </a:extLst>
          </p:cNvPr>
          <p:cNvCxnSpPr>
            <a:cxnSpLocks/>
            <a:stCxn id="38" idx="1"/>
            <a:endCxn id="31" idx="3"/>
          </p:cNvCxnSpPr>
          <p:nvPr userDrawn="1"/>
        </p:nvCxnSpPr>
        <p:spPr>
          <a:xfrm flipH="1">
            <a:off x="10333077" y="2881755"/>
            <a:ext cx="226971" cy="2539"/>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EDA6D38-C013-E43B-C4B7-12FF72AD32CF}"/>
              </a:ext>
            </a:extLst>
          </p:cNvPr>
          <p:cNvSpPr/>
          <p:nvPr userDrawn="1"/>
        </p:nvSpPr>
        <p:spPr>
          <a:xfrm>
            <a:off x="8161482" y="4515523"/>
            <a:ext cx="2171595" cy="439819"/>
          </a:xfrm>
          <a:prstGeom prst="roundRect">
            <a:avLst>
              <a:gd name="adj" fmla="val 8541"/>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41" name="TextBox 40">
            <a:extLst>
              <a:ext uri="{FF2B5EF4-FFF2-40B4-BE49-F238E27FC236}">
                <a16:creationId xmlns:a16="http://schemas.microsoft.com/office/drawing/2014/main" id="{603CC7DB-9E9A-37A2-C894-4B6AEA5BC5AE}"/>
              </a:ext>
            </a:extLst>
          </p:cNvPr>
          <p:cNvSpPr txBox="1"/>
          <p:nvPr userDrawn="1"/>
        </p:nvSpPr>
        <p:spPr>
          <a:xfrm>
            <a:off x="10560048" y="4629214"/>
            <a:ext cx="1379982" cy="21544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All Sia Brand Colors</a:t>
            </a:r>
            <a:endParaRPr lang="en-US" sz="2700" dirty="0">
              <a:solidFill>
                <a:schemeClr val="accent5"/>
              </a:solidFill>
            </a:endParaRPr>
          </a:p>
        </p:txBody>
      </p:sp>
      <p:cxnSp>
        <p:nvCxnSpPr>
          <p:cNvPr id="43" name="Straight Connector 42">
            <a:extLst>
              <a:ext uri="{FF2B5EF4-FFF2-40B4-BE49-F238E27FC236}">
                <a16:creationId xmlns:a16="http://schemas.microsoft.com/office/drawing/2014/main" id="{445CE879-1DE1-0260-933F-DFDBD589DD81}"/>
              </a:ext>
            </a:extLst>
          </p:cNvPr>
          <p:cNvCxnSpPr>
            <a:cxnSpLocks/>
            <a:stCxn id="41" idx="1"/>
            <a:endCxn id="40" idx="3"/>
          </p:cNvCxnSpPr>
          <p:nvPr userDrawn="1"/>
        </p:nvCxnSpPr>
        <p:spPr>
          <a:xfrm flipH="1" flipV="1">
            <a:off x="10333077" y="4735433"/>
            <a:ext cx="226971" cy="1503"/>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A25B9311-7F76-D6ED-4832-263EA254EEF4}"/>
              </a:ext>
            </a:extLst>
          </p:cNvPr>
          <p:cNvGrpSpPr/>
          <p:nvPr userDrawn="1"/>
        </p:nvGrpSpPr>
        <p:grpSpPr>
          <a:xfrm>
            <a:off x="2357439" y="2108671"/>
            <a:ext cx="3128962" cy="2120817"/>
            <a:chOff x="2355369" y="2019300"/>
            <a:chExt cx="3688149" cy="2433397"/>
          </a:xfrm>
        </p:grpSpPr>
        <p:sp>
          <p:nvSpPr>
            <p:cNvPr id="24" name="TextBox 23">
              <a:extLst>
                <a:ext uri="{FF2B5EF4-FFF2-40B4-BE49-F238E27FC236}">
                  <a16:creationId xmlns:a16="http://schemas.microsoft.com/office/drawing/2014/main" id="{4B16A54A-E223-E780-B96A-E4B8B428101F}"/>
                </a:ext>
              </a:extLst>
            </p:cNvPr>
            <p:cNvSpPr txBox="1">
              <a:spLocks noChangeAspect="1"/>
            </p:cNvSpPr>
            <p:nvPr userDrawn="1"/>
          </p:nvSpPr>
          <p:spPr>
            <a:xfrm>
              <a:off x="2357438" y="3309697"/>
              <a:ext cx="1143000" cy="1143000"/>
            </a:xfrm>
            <a:prstGeom prst="rect">
              <a:avLst/>
            </a:prstGeom>
            <a:solidFill>
              <a:schemeClr val="accent1"/>
            </a:solidFill>
          </p:spPr>
          <p:txBody>
            <a:bodyPr wrap="square" tIns="91440" rtlCol="0">
              <a:noAutofit/>
            </a:bodyPr>
            <a:lstStyle/>
            <a:p>
              <a:r>
                <a:rPr lang="en-US" sz="900" dirty="0"/>
                <a:t>Sia Teal</a:t>
              </a:r>
            </a:p>
            <a:p>
              <a:endParaRPr lang="en-US" sz="1050" dirty="0"/>
            </a:p>
            <a:p>
              <a:endParaRPr lang="en-US" sz="1050" dirty="0"/>
            </a:p>
            <a:p>
              <a:endParaRPr lang="en-US" sz="1050" dirty="0"/>
            </a:p>
            <a:p>
              <a:r>
                <a:rPr lang="en-US" sz="500" b="1" dirty="0"/>
                <a:t>RGB</a:t>
              </a:r>
              <a:r>
                <a:rPr lang="en-US" sz="500" dirty="0"/>
                <a:t> 0  222 204</a:t>
              </a:r>
            </a:p>
            <a:p>
              <a:r>
                <a:rPr lang="en-US" sz="500" b="1" dirty="0"/>
                <a:t>HEX</a:t>
              </a:r>
              <a:r>
                <a:rPr lang="en-US" sz="500" dirty="0"/>
                <a:t> #00DECC</a:t>
              </a:r>
            </a:p>
          </p:txBody>
        </p:sp>
        <p:sp>
          <p:nvSpPr>
            <p:cNvPr id="25" name="TextBox 24">
              <a:extLst>
                <a:ext uri="{FF2B5EF4-FFF2-40B4-BE49-F238E27FC236}">
                  <a16:creationId xmlns:a16="http://schemas.microsoft.com/office/drawing/2014/main" id="{ACFFD792-ED99-AAEE-6459-FD982E91D43A}"/>
                </a:ext>
              </a:extLst>
            </p:cNvPr>
            <p:cNvSpPr txBox="1">
              <a:spLocks noChangeAspect="1"/>
            </p:cNvSpPr>
            <p:nvPr userDrawn="1"/>
          </p:nvSpPr>
          <p:spPr>
            <a:xfrm>
              <a:off x="3628978" y="3309697"/>
              <a:ext cx="1143000" cy="1143000"/>
            </a:xfrm>
            <a:prstGeom prst="rect">
              <a:avLst/>
            </a:prstGeom>
            <a:solidFill>
              <a:schemeClr val="tx2"/>
            </a:solidFill>
          </p:spPr>
          <p:txBody>
            <a:bodyPr wrap="square" tIns="91440" rtlCol="0">
              <a:noAutofit/>
            </a:bodyPr>
            <a:lstStyle/>
            <a:p>
              <a:r>
                <a:rPr lang="en-US" sz="900" dirty="0">
                  <a:solidFill>
                    <a:schemeClr val="bg1"/>
                  </a:solidFill>
                </a:rPr>
                <a:t>Navy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23 48 68</a:t>
              </a:r>
            </a:p>
            <a:p>
              <a:r>
                <a:rPr lang="en-US" sz="500" b="1" dirty="0">
                  <a:solidFill>
                    <a:schemeClr val="bg1"/>
                  </a:solidFill>
                </a:rPr>
                <a:t>HEX</a:t>
              </a:r>
              <a:r>
                <a:rPr lang="en-US" sz="500" dirty="0">
                  <a:solidFill>
                    <a:schemeClr val="bg1"/>
                  </a:solidFill>
                </a:rPr>
                <a:t> #173044</a:t>
              </a:r>
            </a:p>
          </p:txBody>
        </p:sp>
        <p:sp>
          <p:nvSpPr>
            <p:cNvPr id="26" name="TextBox 25">
              <a:extLst>
                <a:ext uri="{FF2B5EF4-FFF2-40B4-BE49-F238E27FC236}">
                  <a16:creationId xmlns:a16="http://schemas.microsoft.com/office/drawing/2014/main" id="{B8453899-A79E-965C-7572-4800A803DCDA}"/>
                </a:ext>
              </a:extLst>
            </p:cNvPr>
            <p:cNvSpPr txBox="1">
              <a:spLocks noChangeAspect="1"/>
            </p:cNvSpPr>
            <p:nvPr userDrawn="1"/>
          </p:nvSpPr>
          <p:spPr>
            <a:xfrm>
              <a:off x="4900518" y="3309697"/>
              <a:ext cx="1143000" cy="1143000"/>
            </a:xfrm>
            <a:prstGeom prst="rect">
              <a:avLst/>
            </a:prstGeom>
            <a:solidFill>
              <a:srgbClr val="0A151E"/>
            </a:solidFill>
          </p:spPr>
          <p:txBody>
            <a:bodyPr wrap="square" tIns="91440" rtlCol="0">
              <a:noAutofit/>
            </a:bodyPr>
            <a:lstStyle/>
            <a:p>
              <a:r>
                <a:rPr lang="en-US" sz="900" dirty="0">
                  <a:solidFill>
                    <a:schemeClr val="bg1"/>
                  </a:solidFill>
                </a:rPr>
                <a:t>Cool Black</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0  10 21 30</a:t>
              </a:r>
            </a:p>
            <a:p>
              <a:r>
                <a:rPr lang="en-US" sz="500" b="1" dirty="0">
                  <a:solidFill>
                    <a:schemeClr val="bg1"/>
                  </a:solidFill>
                </a:rPr>
                <a:t>HEX</a:t>
              </a:r>
              <a:r>
                <a:rPr lang="en-US" sz="500" dirty="0">
                  <a:solidFill>
                    <a:schemeClr val="bg1"/>
                  </a:solidFill>
                </a:rPr>
                <a:t> #0A151E</a:t>
              </a:r>
            </a:p>
          </p:txBody>
        </p:sp>
        <p:pic>
          <p:nvPicPr>
            <p:cNvPr id="27" name="Picture 26" descr="A blue sky with white clouds&#10;&#10;Description automatically generated">
              <a:extLst>
                <a:ext uri="{FF2B5EF4-FFF2-40B4-BE49-F238E27FC236}">
                  <a16:creationId xmlns:a16="http://schemas.microsoft.com/office/drawing/2014/main" id="{5874E3CB-4423-D918-94AC-BCD72ACDB11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355369" y="2021006"/>
              <a:ext cx="1773936" cy="1155069"/>
            </a:xfrm>
            <a:prstGeom prst="rect">
              <a:avLst/>
            </a:prstGeom>
          </p:spPr>
        </p:pic>
        <p:sp>
          <p:nvSpPr>
            <p:cNvPr id="28" name="TextBox 27">
              <a:extLst>
                <a:ext uri="{FF2B5EF4-FFF2-40B4-BE49-F238E27FC236}">
                  <a16:creationId xmlns:a16="http://schemas.microsoft.com/office/drawing/2014/main" id="{DB557A1C-575E-D2F5-9ABE-68FE14BC5360}"/>
                </a:ext>
              </a:extLst>
            </p:cNvPr>
            <p:cNvSpPr txBox="1">
              <a:spLocks noChangeAspect="1"/>
            </p:cNvSpPr>
            <p:nvPr userDrawn="1"/>
          </p:nvSpPr>
          <p:spPr>
            <a:xfrm>
              <a:off x="2355369" y="2019300"/>
              <a:ext cx="1773936" cy="1154792"/>
            </a:xfrm>
            <a:prstGeom prst="rect">
              <a:avLst/>
            </a:prstGeom>
            <a:noFill/>
            <a:ln w="3175">
              <a:solidFill>
                <a:schemeClr val="accent4"/>
              </a:solidFill>
            </a:ln>
          </p:spPr>
          <p:txBody>
            <a:bodyPr wrap="square" tIns="91440" rtlCol="0">
              <a:noAutofit/>
            </a:bodyPr>
            <a:lstStyle/>
            <a:p>
              <a:r>
                <a:rPr lang="en-US" sz="900" dirty="0"/>
                <a:t>Sia Gradient</a:t>
              </a:r>
            </a:p>
            <a:p>
              <a:endParaRPr lang="en-US" sz="1050" dirty="0"/>
            </a:p>
          </p:txBody>
        </p:sp>
        <p:sp>
          <p:nvSpPr>
            <p:cNvPr id="29" name="TextBox 28">
              <a:extLst>
                <a:ext uri="{FF2B5EF4-FFF2-40B4-BE49-F238E27FC236}">
                  <a16:creationId xmlns:a16="http://schemas.microsoft.com/office/drawing/2014/main" id="{C6DBED1B-2D66-AE28-460A-9401A41EDF18}"/>
                </a:ext>
              </a:extLst>
            </p:cNvPr>
            <p:cNvSpPr txBox="1">
              <a:spLocks noChangeAspect="1"/>
            </p:cNvSpPr>
            <p:nvPr userDrawn="1"/>
          </p:nvSpPr>
          <p:spPr>
            <a:xfrm>
              <a:off x="4269582" y="2019300"/>
              <a:ext cx="1773936" cy="1154792"/>
            </a:xfrm>
            <a:prstGeom prst="rect">
              <a:avLst/>
            </a:prstGeom>
            <a:solidFill>
              <a:schemeClr val="bg1"/>
            </a:solidFill>
            <a:ln w="3175">
              <a:solidFill>
                <a:schemeClr val="accent4"/>
              </a:solidFill>
            </a:ln>
          </p:spPr>
          <p:txBody>
            <a:bodyPr wrap="square" tIns="91440" rtlCol="0">
              <a:noAutofit/>
            </a:bodyPr>
            <a:lstStyle/>
            <a:p>
              <a:r>
                <a:rPr lang="en-US" sz="900" dirty="0"/>
                <a:t>White</a:t>
              </a:r>
            </a:p>
            <a:p>
              <a:endParaRPr lang="en-US" sz="1050" dirty="0"/>
            </a:p>
            <a:p>
              <a:endParaRPr lang="en-US" sz="1050" dirty="0"/>
            </a:p>
            <a:p>
              <a:endParaRPr lang="en-US" sz="1050" dirty="0"/>
            </a:p>
            <a:p>
              <a:r>
                <a:rPr lang="en-US" sz="500" b="1" dirty="0"/>
                <a:t>RGB</a:t>
              </a:r>
              <a:r>
                <a:rPr lang="en-US" sz="500" dirty="0"/>
                <a:t> 255 255 255</a:t>
              </a:r>
            </a:p>
            <a:p>
              <a:r>
                <a:rPr lang="en-US" sz="500" b="1" dirty="0"/>
                <a:t>HEX</a:t>
              </a:r>
              <a:r>
                <a:rPr lang="en-US" sz="500" dirty="0"/>
                <a:t> #FFFFFF</a:t>
              </a:r>
            </a:p>
          </p:txBody>
        </p:sp>
      </p:grpSp>
      <p:grpSp>
        <p:nvGrpSpPr>
          <p:cNvPr id="32" name="Group 31">
            <a:extLst>
              <a:ext uri="{FF2B5EF4-FFF2-40B4-BE49-F238E27FC236}">
                <a16:creationId xmlns:a16="http://schemas.microsoft.com/office/drawing/2014/main" id="{204B5CA1-54D3-63F4-1613-533A81BDDB7F}"/>
              </a:ext>
            </a:extLst>
          </p:cNvPr>
          <p:cNvGrpSpPr/>
          <p:nvPr userDrawn="1"/>
        </p:nvGrpSpPr>
        <p:grpSpPr>
          <a:xfrm>
            <a:off x="2357440" y="4444356"/>
            <a:ext cx="3140879" cy="2119331"/>
            <a:chOff x="5106941" y="2035468"/>
            <a:chExt cx="3694782" cy="2417229"/>
          </a:xfrm>
        </p:grpSpPr>
        <p:sp>
          <p:nvSpPr>
            <p:cNvPr id="33" name="TextBox 32">
              <a:extLst>
                <a:ext uri="{FF2B5EF4-FFF2-40B4-BE49-F238E27FC236}">
                  <a16:creationId xmlns:a16="http://schemas.microsoft.com/office/drawing/2014/main" id="{B618CD8E-CA1A-A5AF-2DC2-7DDA5C801C91}"/>
                </a:ext>
              </a:extLst>
            </p:cNvPr>
            <p:cNvSpPr txBox="1">
              <a:spLocks noChangeAspect="1"/>
            </p:cNvSpPr>
            <p:nvPr userDrawn="1"/>
          </p:nvSpPr>
          <p:spPr>
            <a:xfrm>
              <a:off x="5106941" y="3309697"/>
              <a:ext cx="1143000" cy="1143000"/>
            </a:xfrm>
            <a:prstGeom prst="rect">
              <a:avLst/>
            </a:prstGeom>
            <a:solidFill>
              <a:schemeClr val="accent4"/>
            </a:solidFill>
          </p:spPr>
          <p:txBody>
            <a:bodyPr wrap="square" tIns="91440" rtlCol="0">
              <a:noAutofit/>
            </a:bodyPr>
            <a:lstStyle/>
            <a:p>
              <a:r>
                <a:rPr lang="en-US" sz="900" dirty="0">
                  <a:solidFill>
                    <a:schemeClr val="bg1"/>
                  </a:solidFill>
                </a:rPr>
                <a:t>Cool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69 86 105</a:t>
              </a:r>
            </a:p>
            <a:p>
              <a:r>
                <a:rPr lang="en-US" sz="500" b="1" dirty="0">
                  <a:solidFill>
                    <a:schemeClr val="bg1"/>
                  </a:solidFill>
                </a:rPr>
                <a:t>HEX</a:t>
              </a:r>
              <a:r>
                <a:rPr lang="en-US" sz="500" dirty="0">
                  <a:solidFill>
                    <a:schemeClr val="bg1"/>
                  </a:solidFill>
                </a:rPr>
                <a:t> #455669</a:t>
              </a:r>
            </a:p>
          </p:txBody>
        </p:sp>
        <p:sp>
          <p:nvSpPr>
            <p:cNvPr id="34" name="TextBox 33">
              <a:extLst>
                <a:ext uri="{FF2B5EF4-FFF2-40B4-BE49-F238E27FC236}">
                  <a16:creationId xmlns:a16="http://schemas.microsoft.com/office/drawing/2014/main" id="{D0C1BE79-DE14-9D20-B60A-0C49D3E62499}"/>
                </a:ext>
              </a:extLst>
            </p:cNvPr>
            <p:cNvSpPr txBox="1">
              <a:spLocks noChangeAspect="1"/>
            </p:cNvSpPr>
            <p:nvPr userDrawn="1"/>
          </p:nvSpPr>
          <p:spPr>
            <a:xfrm>
              <a:off x="6378481" y="3309697"/>
              <a:ext cx="1143000" cy="1143000"/>
            </a:xfrm>
            <a:prstGeom prst="rect">
              <a:avLst/>
            </a:prstGeom>
            <a:solidFill>
              <a:srgbClr val="8796A9"/>
            </a:solidFill>
          </p:spPr>
          <p:txBody>
            <a:bodyPr wrap="square" tIns="91440" rtlCol="0">
              <a:noAutofit/>
            </a:bodyPr>
            <a:lstStyle/>
            <a:p>
              <a:r>
                <a:rPr lang="en-US" sz="900" dirty="0">
                  <a:solidFill>
                    <a:schemeClr val="bg1"/>
                  </a:solidFill>
                </a:rPr>
                <a:t>Medium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135 150 169</a:t>
              </a:r>
            </a:p>
            <a:p>
              <a:r>
                <a:rPr lang="en-US" sz="500" b="1" dirty="0">
                  <a:solidFill>
                    <a:schemeClr val="bg1"/>
                  </a:solidFill>
                </a:rPr>
                <a:t>HEX</a:t>
              </a:r>
              <a:r>
                <a:rPr lang="en-US" sz="500" dirty="0">
                  <a:solidFill>
                    <a:schemeClr val="bg1"/>
                  </a:solidFill>
                </a:rPr>
                <a:t> #8796A9</a:t>
              </a:r>
            </a:p>
          </p:txBody>
        </p:sp>
        <p:sp>
          <p:nvSpPr>
            <p:cNvPr id="35" name="TextBox 34">
              <a:extLst>
                <a:ext uri="{FF2B5EF4-FFF2-40B4-BE49-F238E27FC236}">
                  <a16:creationId xmlns:a16="http://schemas.microsoft.com/office/drawing/2014/main" id="{8D2CE1A0-2446-AD29-0AC8-F851CA1C8587}"/>
                </a:ext>
              </a:extLst>
            </p:cNvPr>
            <p:cNvSpPr txBox="1">
              <a:spLocks noChangeAspect="1"/>
            </p:cNvSpPr>
            <p:nvPr userDrawn="1"/>
          </p:nvSpPr>
          <p:spPr>
            <a:xfrm>
              <a:off x="7650021" y="3309697"/>
              <a:ext cx="1143000" cy="1143000"/>
            </a:xfrm>
            <a:prstGeom prst="rect">
              <a:avLst/>
            </a:prstGeom>
            <a:solidFill>
              <a:schemeClr val="bg2"/>
            </a:solidFill>
          </p:spPr>
          <p:txBody>
            <a:bodyPr wrap="square" tIns="91440" rtlCol="0">
              <a:noAutofit/>
            </a:bodyPr>
            <a:lstStyle/>
            <a:p>
              <a:r>
                <a:rPr lang="en-US" sz="900" dirty="0">
                  <a:solidFill>
                    <a:schemeClr val="tx1"/>
                  </a:solidFill>
                </a:rPr>
                <a:t>Light Gray</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244 246 252</a:t>
              </a:r>
            </a:p>
            <a:p>
              <a:r>
                <a:rPr lang="en-US" sz="500" b="1" dirty="0">
                  <a:solidFill>
                    <a:schemeClr val="tx1"/>
                  </a:solidFill>
                </a:rPr>
                <a:t>HEX</a:t>
              </a:r>
              <a:r>
                <a:rPr lang="en-US" sz="500" dirty="0">
                  <a:solidFill>
                    <a:schemeClr val="tx1"/>
                  </a:solidFill>
                </a:rPr>
                <a:t> #F4F6FC</a:t>
              </a:r>
            </a:p>
          </p:txBody>
        </p:sp>
        <p:sp>
          <p:nvSpPr>
            <p:cNvPr id="42" name="TextBox 41">
              <a:extLst>
                <a:ext uri="{FF2B5EF4-FFF2-40B4-BE49-F238E27FC236}">
                  <a16:creationId xmlns:a16="http://schemas.microsoft.com/office/drawing/2014/main" id="{439EFB74-8F77-DB79-34D8-A97786FB8492}"/>
                </a:ext>
              </a:extLst>
            </p:cNvPr>
            <p:cNvSpPr txBox="1">
              <a:spLocks noChangeAspect="1"/>
            </p:cNvSpPr>
            <p:nvPr userDrawn="1"/>
          </p:nvSpPr>
          <p:spPr>
            <a:xfrm>
              <a:off x="5115643" y="2035468"/>
              <a:ext cx="1143000" cy="1143000"/>
            </a:xfrm>
            <a:prstGeom prst="rect">
              <a:avLst/>
            </a:prstGeom>
            <a:solidFill>
              <a:schemeClr val="accent2"/>
            </a:solidFill>
          </p:spPr>
          <p:txBody>
            <a:bodyPr wrap="square" tIns="91440" rtlCol="0">
              <a:noAutofit/>
            </a:bodyPr>
            <a:lstStyle/>
            <a:p>
              <a:r>
                <a:rPr lang="en-US" sz="900" dirty="0">
                  <a:solidFill>
                    <a:schemeClr val="bg1"/>
                  </a:solidFill>
                </a:rPr>
                <a:t>Dark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7 124 132</a:t>
              </a:r>
            </a:p>
            <a:p>
              <a:r>
                <a:rPr lang="en-US" sz="500" b="1" dirty="0">
                  <a:solidFill>
                    <a:schemeClr val="bg1"/>
                  </a:solidFill>
                </a:rPr>
                <a:t>HEX</a:t>
              </a:r>
              <a:r>
                <a:rPr lang="en-US" sz="500" dirty="0">
                  <a:solidFill>
                    <a:schemeClr val="bg1"/>
                  </a:solidFill>
                </a:rPr>
                <a:t> #077C84</a:t>
              </a:r>
            </a:p>
          </p:txBody>
        </p:sp>
        <p:sp>
          <p:nvSpPr>
            <p:cNvPr id="44" name="TextBox 43">
              <a:extLst>
                <a:ext uri="{FF2B5EF4-FFF2-40B4-BE49-F238E27FC236}">
                  <a16:creationId xmlns:a16="http://schemas.microsoft.com/office/drawing/2014/main" id="{9D439B44-60E3-1B9E-2469-16C6EB2F5CD1}"/>
                </a:ext>
              </a:extLst>
            </p:cNvPr>
            <p:cNvSpPr txBox="1">
              <a:spLocks noChangeAspect="1"/>
            </p:cNvSpPr>
            <p:nvPr userDrawn="1"/>
          </p:nvSpPr>
          <p:spPr>
            <a:xfrm>
              <a:off x="6387183" y="2035468"/>
              <a:ext cx="1143000" cy="1143000"/>
            </a:xfrm>
            <a:prstGeom prst="rect">
              <a:avLst/>
            </a:prstGeom>
            <a:solidFill>
              <a:schemeClr val="accent5"/>
            </a:solidFill>
          </p:spPr>
          <p:txBody>
            <a:bodyPr wrap="square" tIns="91440" rtlCol="0">
              <a:noAutofit/>
            </a:bodyPr>
            <a:lstStyle/>
            <a:p>
              <a:r>
                <a:rPr lang="en-US" sz="900" dirty="0">
                  <a:solidFill>
                    <a:schemeClr val="bg1"/>
                  </a:solidFill>
                </a:rPr>
                <a:t>Medium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0  162 163</a:t>
              </a:r>
            </a:p>
            <a:p>
              <a:r>
                <a:rPr lang="en-US" sz="500" b="1" dirty="0">
                  <a:solidFill>
                    <a:schemeClr val="bg1"/>
                  </a:solidFill>
                </a:rPr>
                <a:t>HEX</a:t>
              </a:r>
              <a:r>
                <a:rPr lang="en-US" sz="500" dirty="0">
                  <a:solidFill>
                    <a:schemeClr val="bg1"/>
                  </a:solidFill>
                </a:rPr>
                <a:t> #00A2A3</a:t>
              </a:r>
            </a:p>
          </p:txBody>
        </p:sp>
        <p:sp>
          <p:nvSpPr>
            <p:cNvPr id="45" name="TextBox 44">
              <a:extLst>
                <a:ext uri="{FF2B5EF4-FFF2-40B4-BE49-F238E27FC236}">
                  <a16:creationId xmlns:a16="http://schemas.microsoft.com/office/drawing/2014/main" id="{61A34DEF-C2C6-33AC-1761-6E5D0496796C}"/>
                </a:ext>
              </a:extLst>
            </p:cNvPr>
            <p:cNvSpPr txBox="1">
              <a:spLocks noChangeAspect="1"/>
            </p:cNvSpPr>
            <p:nvPr userDrawn="1"/>
          </p:nvSpPr>
          <p:spPr>
            <a:xfrm>
              <a:off x="7658723" y="2035468"/>
              <a:ext cx="1143000" cy="1143000"/>
            </a:xfrm>
            <a:prstGeom prst="rect">
              <a:avLst/>
            </a:prstGeom>
            <a:solidFill>
              <a:srgbClr val="9FF3F0"/>
            </a:solidFill>
          </p:spPr>
          <p:txBody>
            <a:bodyPr wrap="square" tIns="91440" rtlCol="0">
              <a:noAutofit/>
            </a:bodyPr>
            <a:lstStyle/>
            <a:p>
              <a:r>
                <a:rPr lang="en-US" sz="900" dirty="0">
                  <a:solidFill>
                    <a:schemeClr val="tx1"/>
                  </a:solidFill>
                </a:rPr>
                <a:t>Light Teal</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159 243 240</a:t>
              </a:r>
            </a:p>
            <a:p>
              <a:r>
                <a:rPr lang="en-US" sz="500" b="1" dirty="0">
                  <a:solidFill>
                    <a:schemeClr val="tx1"/>
                  </a:solidFill>
                </a:rPr>
                <a:t>HEX</a:t>
              </a:r>
              <a:r>
                <a:rPr lang="en-US" sz="500" dirty="0">
                  <a:solidFill>
                    <a:schemeClr val="tx1"/>
                  </a:solidFill>
                </a:rPr>
                <a:t> #9FF3F0</a:t>
              </a:r>
            </a:p>
          </p:txBody>
        </p:sp>
      </p:grpSp>
    </p:spTree>
    <p:extLst>
      <p:ext uri="{BB962C8B-B14F-4D97-AF65-F5344CB8AC3E}">
        <p14:creationId xmlns:p14="http://schemas.microsoft.com/office/powerpoint/2010/main" val="69506219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mall-Text_1-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19301"/>
            <a:ext cx="8451850"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10532069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mall-Text_1-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8451850" cy="4642040"/>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73558620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mall-Text_2-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5548313"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30223"/>
            <a:ext cx="5548313" cy="4146740"/>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162686493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ll-Text_2-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5548313" cy="4652963"/>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1"/>
            <a:ext cx="5548313" cy="4652963"/>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30457153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ll-Text_3-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3619500" cy="4146739"/>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2030223"/>
            <a:ext cx="3617913" cy="4146740"/>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2018045"/>
            <a:ext cx="3617913" cy="4146740"/>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11" name="Text Placeholder 7">
            <a:extLst>
              <a:ext uri="{FF2B5EF4-FFF2-40B4-BE49-F238E27FC236}">
                <a16:creationId xmlns:a16="http://schemas.microsoft.com/office/drawing/2014/main" id="{5C000358-7B4B-15BB-0749-C50C48DADEB5}"/>
              </a:ext>
            </a:extLst>
          </p:cNvPr>
          <p:cNvSpPr>
            <a:spLocks noGrp="1"/>
          </p:cNvSpPr>
          <p:nvPr>
            <p:ph type="body" sz="quarter" idx="14"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40835199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mall-Text_3-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3619500" cy="4652963"/>
          </a:xfrm>
        </p:spPr>
        <p:txBody>
          <a:bodyPr/>
          <a:lstStyle>
            <a:lvl1pPr>
              <a:defRPr/>
            </a:lvl1pPr>
            <a:lvl2pPr>
              <a:defRPr/>
            </a:lvl2pPr>
            <a:lvl3pPr>
              <a:defRPr/>
            </a:lvl3pPr>
            <a:lvl4pPr>
              <a:defRPr/>
            </a:lvl4pPr>
            <a:lvl5pPr>
              <a:defRPr/>
            </a:lvl5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1524001"/>
            <a:ext cx="3617913" cy="4652963"/>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1511822"/>
            <a:ext cx="3617913" cy="4652963"/>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426273101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actoid_Imag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7" name="Text Placeholder 7">
            <a:extLst>
              <a:ext uri="{FF2B5EF4-FFF2-40B4-BE49-F238E27FC236}">
                <a16:creationId xmlns:a16="http://schemas.microsoft.com/office/drawing/2014/main" id="{7E80A01C-D0B5-6EAC-C0D0-CC381B9DD40A}"/>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
        <p:nvSpPr>
          <p:cNvPr id="14" name="Text Placeholder 13">
            <a:extLst>
              <a:ext uri="{FF2B5EF4-FFF2-40B4-BE49-F238E27FC236}">
                <a16:creationId xmlns:a16="http://schemas.microsoft.com/office/drawing/2014/main" id="{747C2E54-8C92-6E42-3F0F-77C56EF25061}"/>
              </a:ext>
            </a:extLst>
          </p:cNvPr>
          <p:cNvSpPr>
            <a:spLocks noGrp="1"/>
          </p:cNvSpPr>
          <p:nvPr>
            <p:ph type="body" sz="quarter" idx="15" hasCustomPrompt="1"/>
          </p:nvPr>
        </p:nvSpPr>
        <p:spPr>
          <a:xfrm>
            <a:off x="3867896" y="2287740"/>
            <a:ext cx="3827462" cy="4041498"/>
          </a:xfrm>
        </p:spPr>
        <p:txBody>
          <a:bodyPr/>
          <a:lstStyle>
            <a:lvl1pPr>
              <a:spcBef>
                <a:spcPts val="2000"/>
              </a:spcBef>
              <a:defRPr sz="1100" b="1">
                <a:solidFill>
                  <a:schemeClr val="tx1"/>
                </a:solidFill>
                <a:latin typeface="Sora-SIA SemiBold" pitchFamily="2" charset="0"/>
                <a:cs typeface="Sora-SIA SemiBold" pitchFamily="2" charset="0"/>
              </a:defRPr>
            </a:lvl1pPr>
            <a:lvl2pPr>
              <a:spcBef>
                <a:spcPts val="0"/>
              </a:spcBef>
              <a:spcAft>
                <a:spcPts val="400"/>
              </a:spcAft>
              <a:defRPr sz="1100" b="0">
                <a:solidFill>
                  <a:schemeClr val="tx1"/>
                </a:solidFill>
                <a:latin typeface="+mn-lt"/>
                <a:cs typeface="Sora-SIA SemiBold" pitchFamily="2" charset="0"/>
              </a:defRPr>
            </a:lvl2pPr>
            <a:lvl3pPr marL="173047" indent="-173047">
              <a:defRPr/>
            </a:lvl3pPr>
            <a:lvl4pPr marL="342917" indent="-169872">
              <a:defRPr lang="en-US" sz="1100" kern="1200" dirty="0" smtClean="0">
                <a:solidFill>
                  <a:schemeClr val="tx1"/>
                </a:solidFill>
                <a:latin typeface="+mn-lt"/>
                <a:ea typeface="+mn-ea"/>
                <a:cs typeface="+mn-cs"/>
              </a:defRPr>
            </a:lvl4pPr>
            <a:lvl5pPr marL="514376" indent="-169872">
              <a:buFont typeface="Arial" panose="020B0604020202020204" pitchFamily="34" charset="0"/>
              <a:buChar char="•"/>
              <a:defRPr lang="en-US" sz="1100" kern="1200" dirty="0" smtClean="0">
                <a:solidFill>
                  <a:schemeClr val="tx1"/>
                </a:solidFill>
                <a:latin typeface="+mn-lt"/>
                <a:ea typeface="+mn-ea"/>
                <a:cs typeface="+mn-cs"/>
              </a:defRPr>
            </a:lvl5pPr>
          </a:lstStyle>
          <a:p>
            <a:pPr lvl="0"/>
            <a:r>
              <a:rPr lang="en-US" dirty="0"/>
              <a:t>Sub-heading</a:t>
            </a:r>
          </a:p>
          <a:p>
            <a:pPr lvl="1"/>
            <a:r>
              <a:rPr lang="en-US" dirty="0"/>
              <a:t>Body text </a:t>
            </a:r>
            <a:r>
              <a:rPr lang="en-US" spc="-100" dirty="0">
                <a:sym typeface="Wingdings 3" panose="05040102010807070707" pitchFamily="18" charset="2"/>
              </a:rPr>
              <a:t></a:t>
            </a:r>
            <a:endParaRPr lang="en-US" dirty="0"/>
          </a:p>
          <a:p>
            <a:pPr marL="173047" lvl="3"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
                    </a:ext>
                  </a:extLst>
                </a:blip>
              </a:buBlip>
            </a:pPr>
            <a:r>
              <a:rPr lang="en-US" dirty="0"/>
              <a:t>First level bullet </a:t>
            </a:r>
            <a:r>
              <a:rPr lang="en-US" spc="-100" dirty="0">
                <a:sym typeface="Wingdings 3" panose="05040102010807070707" pitchFamily="18" charset="2"/>
              </a:rPr>
              <a:t></a:t>
            </a:r>
            <a:endParaRPr lang="en-US" dirty="0"/>
          </a:p>
          <a:p>
            <a:pPr marL="342917" lvl="4" indent="-169872" algn="l" defTabSz="914446" rtl="0" eaLnBrk="1" latinLnBrk="0" hangingPunct="1">
              <a:lnSpc>
                <a:spcPct val="120000"/>
              </a:lnSpc>
              <a:spcBef>
                <a:spcPts val="0"/>
              </a:spcBef>
              <a:spcAft>
                <a:spcPts val="400"/>
              </a:spcAft>
              <a:buSzPct val="80000"/>
              <a:buFont typeface="Wingdings" panose="05000000000000000000" pitchFamily="2" charset="2"/>
              <a:buChar char="§"/>
            </a:pPr>
            <a:r>
              <a:rPr lang="en-US" dirty="0"/>
              <a:t>Second level bullet </a:t>
            </a:r>
            <a:r>
              <a:rPr lang="en-US" spc="-100" dirty="0">
                <a:sym typeface="Wingdings 3" panose="05040102010807070707" pitchFamily="18" charset="2"/>
              </a:rPr>
              <a:t></a:t>
            </a:r>
            <a:endParaRPr lang="en-US" dirty="0"/>
          </a:p>
          <a:p>
            <a:pPr lvl="4"/>
            <a:r>
              <a:rPr lang="en-US" dirty="0"/>
              <a:t>Third level bullet </a:t>
            </a:r>
            <a:r>
              <a:rPr lang="en-US" spc="-100" dirty="0">
                <a:sym typeface="Wingdings 3" panose="05040102010807070707" pitchFamily="18" charset="2"/>
              </a:rPr>
              <a:t></a:t>
            </a:r>
            <a:endParaRPr lang="en-US" dirty="0"/>
          </a:p>
        </p:txBody>
      </p:sp>
      <p:sp>
        <p:nvSpPr>
          <p:cNvPr id="16" name="Picture Placeholder 15">
            <a:extLst>
              <a:ext uri="{FF2B5EF4-FFF2-40B4-BE49-F238E27FC236}">
                <a16:creationId xmlns:a16="http://schemas.microsoft.com/office/drawing/2014/main" id="{DE58BA43-FDD6-FF8E-0088-BB9584190E03}"/>
              </a:ext>
            </a:extLst>
          </p:cNvPr>
          <p:cNvSpPr>
            <a:spLocks noGrp="1"/>
          </p:cNvSpPr>
          <p:nvPr>
            <p:ph type="pic" sz="quarter" idx="14" hasCustomPrompt="1"/>
          </p:nvPr>
        </p:nvSpPr>
        <p:spPr>
          <a:xfrm>
            <a:off x="448936" y="2104876"/>
            <a:ext cx="3192266" cy="4379976"/>
          </a:xfrm>
          <a:custGeom>
            <a:avLst/>
            <a:gdLst>
              <a:gd name="connsiteX0" fmla="*/ 130518 w 3192266"/>
              <a:gd name="connsiteY0" fmla="*/ 0 h 4340225"/>
              <a:gd name="connsiteX1" fmla="*/ 3192266 w 3192266"/>
              <a:gd name="connsiteY1" fmla="*/ 0 h 4340225"/>
              <a:gd name="connsiteX2" fmla="*/ 3192266 w 3192266"/>
              <a:gd name="connsiteY2" fmla="*/ 4340225 h 4340225"/>
              <a:gd name="connsiteX3" fmla="*/ 130518 w 3192266"/>
              <a:gd name="connsiteY3" fmla="*/ 4340225 h 4340225"/>
              <a:gd name="connsiteX4" fmla="*/ 0 w 3192266"/>
              <a:gd name="connsiteY4" fmla="*/ 4209707 h 4340225"/>
              <a:gd name="connsiteX5" fmla="*/ 0 w 3192266"/>
              <a:gd name="connsiteY5" fmla="*/ 130518 h 4340225"/>
              <a:gd name="connsiteX6" fmla="*/ 130518 w 3192266"/>
              <a:gd name="connsiteY6" fmla="*/ 0 h 434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266" h="4340225">
                <a:moveTo>
                  <a:pt x="130518" y="0"/>
                </a:moveTo>
                <a:lnTo>
                  <a:pt x="3192266" y="0"/>
                </a:lnTo>
                <a:lnTo>
                  <a:pt x="3192266" y="4340225"/>
                </a:lnTo>
                <a:lnTo>
                  <a:pt x="130518" y="4340225"/>
                </a:lnTo>
                <a:cubicBezTo>
                  <a:pt x="58435" y="4340225"/>
                  <a:pt x="0" y="4281790"/>
                  <a:pt x="0" y="4209707"/>
                </a:cubicBezTo>
                <a:lnTo>
                  <a:pt x="0" y="130518"/>
                </a:lnTo>
                <a:cubicBezTo>
                  <a:pt x="0" y="58435"/>
                  <a:pt x="58435" y="0"/>
                  <a:pt x="130518" y="0"/>
                </a:cubicBezTo>
                <a:close/>
              </a:path>
            </a:pathLst>
          </a:custGeom>
          <a:solidFill>
            <a:schemeClr val="accent6">
              <a:lumMod val="20000"/>
              <a:lumOff val="80000"/>
            </a:schemeClr>
          </a:solidFill>
          <a:ln w="15875">
            <a:solidFill>
              <a:schemeClr val="accent6">
                <a:hueOff val="-1992857"/>
                <a:satOff val="-1470"/>
                <a:lumOff val="56078"/>
              </a:schemeClr>
            </a:solidFill>
          </a:ln>
        </p:spPr>
        <p:txBody>
          <a:bodyPr wrap="square" lIns="91440" tIns="91440" anchor="ctr" anchorCtr="0">
            <a:noAutofit/>
          </a:bodyPr>
          <a:lstStyle>
            <a:lvl1pPr algn="ctr">
              <a:defRPr sz="1000">
                <a:solidFill>
                  <a:schemeClr val="tx1"/>
                </a:solidFill>
              </a:defRPr>
            </a:lvl1pPr>
          </a:lstStyle>
          <a:p>
            <a:r>
              <a:rPr lang="en-US"/>
              <a:t>Place image here</a:t>
            </a:r>
          </a:p>
        </p:txBody>
      </p:sp>
      <p:sp>
        <p:nvSpPr>
          <p:cNvPr id="17" name="Text Placeholder 13">
            <a:extLst>
              <a:ext uri="{FF2B5EF4-FFF2-40B4-BE49-F238E27FC236}">
                <a16:creationId xmlns:a16="http://schemas.microsoft.com/office/drawing/2014/main" id="{064E802D-2966-7CD1-9DB6-77A67257FF77}"/>
              </a:ext>
            </a:extLst>
          </p:cNvPr>
          <p:cNvSpPr>
            <a:spLocks noGrp="1"/>
          </p:cNvSpPr>
          <p:nvPr>
            <p:ph type="body" sz="quarter" idx="16" hasCustomPrompt="1"/>
          </p:nvPr>
        </p:nvSpPr>
        <p:spPr>
          <a:xfrm>
            <a:off x="8332785" y="2287740"/>
            <a:ext cx="3212216" cy="4041498"/>
          </a:xfrm>
        </p:spPr>
        <p:txBody>
          <a:bodyPr/>
          <a:lstStyle>
            <a:lvl1pPr>
              <a:spcBef>
                <a:spcPts val="0"/>
              </a:spcBef>
              <a:defRPr sz="1100" b="0">
                <a:solidFill>
                  <a:schemeClr val="tx1"/>
                </a:solidFill>
              </a:defRPr>
            </a:lvl1pPr>
            <a:lvl2pPr>
              <a:lnSpc>
                <a:spcPct val="100000"/>
              </a:lnSpc>
              <a:spcBef>
                <a:spcPts val="1800"/>
              </a:spcBef>
              <a:spcAft>
                <a:spcPts val="200"/>
              </a:spcAft>
              <a:defRPr sz="4800" b="0">
                <a:solidFill>
                  <a:schemeClr val="tx1"/>
                </a:solidFill>
                <a:latin typeface="Sora-SIA Light" charset="0"/>
                <a:cs typeface="Sora-SIA Light" charset="0"/>
              </a:defRPr>
            </a:lvl2pPr>
            <a:lvl3pPr marL="0" indent="0">
              <a:spcBef>
                <a:spcPts val="0"/>
              </a:spcBef>
              <a:defRPr/>
            </a:lvl3pPr>
            <a:lvl4pPr marL="0" indent="0" algn="r">
              <a:buFont typeface="Arial" panose="020B0604020202020204" pitchFamily="34" charset="0"/>
              <a:buNone/>
              <a:defRPr lang="en-US" sz="1000" kern="1200" dirty="0" smtClean="0">
                <a:solidFill>
                  <a:schemeClr val="tx1"/>
                </a:solidFill>
                <a:latin typeface="+mn-lt"/>
                <a:ea typeface="+mn-ea"/>
                <a:cs typeface="+mn-cs"/>
              </a:defRPr>
            </a:lvl4pPr>
            <a:lvl5pPr marL="173046" indent="0">
              <a:buFont typeface="Arial" panose="020B0604020202020204" pitchFamily="34" charset="0"/>
              <a:buNone/>
              <a:defRPr lang="en-US" sz="1100" kern="1200" dirty="0" smtClean="0">
                <a:solidFill>
                  <a:schemeClr val="tx1"/>
                </a:solidFill>
                <a:latin typeface="+mn-lt"/>
                <a:ea typeface="+mn-ea"/>
                <a:cs typeface="+mn-cs"/>
              </a:defRPr>
            </a:lvl5pPr>
          </a:lstStyle>
          <a:p>
            <a:pPr lvl="0"/>
            <a:r>
              <a:rPr lang="en-US"/>
              <a:t>Body text</a:t>
            </a:r>
          </a:p>
          <a:p>
            <a:pPr lvl="1"/>
            <a:r>
              <a:rPr lang="en-US"/>
              <a:t>XX</a:t>
            </a:r>
            <a:r>
              <a:rPr lang="en-US" spc="-100">
                <a:sym typeface="Wingdings 3" panose="05040102010807070707" pitchFamily="18" charset="2"/>
              </a:rPr>
              <a:t> </a:t>
            </a:r>
            <a:endParaRPr lang="en-US"/>
          </a:p>
          <a:p>
            <a:pPr lvl="2"/>
            <a:r>
              <a:rPr lang="en-US"/>
              <a:t>Sub-text one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218415236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dient 1,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3532113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dient 2, Titl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59234385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dient 3,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39006552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dient 4,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87962072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adient 5,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19914239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adient 6,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9376666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Gradient 7,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61243725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Gradient 8, Title">
    <p:bg>
      <p:bgPr>
        <a:gradFill>
          <a:gsLst>
            <a:gs pos="0">
              <a:schemeClr val="bg2"/>
            </a:gs>
            <a:gs pos="89000">
              <a:srgbClr val="DEECFC"/>
            </a:gs>
          </a:gsLst>
          <a:lin ang="54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464850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lank, Titl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088881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arrow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308669418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arrow Colum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127882836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arrow Column,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272119337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de Title, 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5394168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de Title, low,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5942123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8EB4-5659-BC7D-C7B1-730418381027}"/>
              </a:ext>
            </a:extLst>
          </p:cNvPr>
          <p:cNvSpPr>
            <a:spLocks noGrp="1"/>
          </p:cNvSpPr>
          <p:nvPr>
            <p:ph type="title"/>
          </p:nvPr>
        </p:nvSpPr>
        <p:spPr>
          <a:xfrm>
            <a:off x="428626" y="1983809"/>
            <a:ext cx="5548841" cy="497928"/>
          </a:xfrm>
        </p:spPr>
        <p:txBody>
          <a:bodyPr/>
          <a:lstStyle/>
          <a:p>
            <a:r>
              <a:rPr lang="en-US" dirty="0"/>
              <a:t>Click to edit Master title style</a:t>
            </a:r>
          </a:p>
        </p:txBody>
      </p:sp>
      <p:sp>
        <p:nvSpPr>
          <p:cNvPr id="3" name="Footer Placeholder 2">
            <a:extLst>
              <a:ext uri="{FF2B5EF4-FFF2-40B4-BE49-F238E27FC236}">
                <a16:creationId xmlns:a16="http://schemas.microsoft.com/office/drawing/2014/main" id="{DA7ACF0C-0C84-BC5E-AB52-410AEF8A4927}"/>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E5353CC6-43EB-53AA-C66C-412EFD115F1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Text Placeholder 5">
            <a:extLst>
              <a:ext uri="{FF2B5EF4-FFF2-40B4-BE49-F238E27FC236}">
                <a16:creationId xmlns:a16="http://schemas.microsoft.com/office/drawing/2014/main" id="{3D2686E4-23D7-FB0B-C374-44E5A34EE6F2}"/>
              </a:ext>
            </a:extLst>
          </p:cNvPr>
          <p:cNvSpPr>
            <a:spLocks noGrp="1"/>
          </p:cNvSpPr>
          <p:nvPr>
            <p:ph type="body" sz="quarter" idx="12"/>
          </p:nvPr>
        </p:nvSpPr>
        <p:spPr>
          <a:xfrm>
            <a:off x="423750" y="2585278"/>
            <a:ext cx="4872567" cy="3851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Media Placeholder 7">
            <a:extLst>
              <a:ext uri="{FF2B5EF4-FFF2-40B4-BE49-F238E27FC236}">
                <a16:creationId xmlns:a16="http://schemas.microsoft.com/office/drawing/2014/main" id="{27F9335D-B46B-6AC6-B2FA-F4E7D48E47EE}"/>
              </a:ext>
            </a:extLst>
          </p:cNvPr>
          <p:cNvSpPr>
            <a:spLocks noGrp="1"/>
          </p:cNvSpPr>
          <p:nvPr>
            <p:ph type="media" sz="quarter" idx="13"/>
          </p:nvPr>
        </p:nvSpPr>
        <p:spPr>
          <a:xfrm>
            <a:off x="6096000" y="1831976"/>
            <a:ext cx="5666317" cy="3174834"/>
          </a:xfrm>
          <a:solidFill>
            <a:schemeClr val="accent6">
              <a:lumMod val="20000"/>
              <a:lumOff val="80000"/>
            </a:schemeClr>
          </a:solidFill>
        </p:spPr>
        <p:txBody>
          <a:bodyPr anchor="ctr" anchorCtr="0"/>
          <a:lstStyle>
            <a:lvl1pPr algn="ctr">
              <a:defRPr/>
            </a:lvl1pPr>
          </a:lstStyle>
          <a:p>
            <a:endParaRPr lang="en-US" dirty="0"/>
          </a:p>
        </p:txBody>
      </p:sp>
    </p:spTree>
    <p:extLst>
      <p:ext uri="{BB962C8B-B14F-4D97-AF65-F5344CB8AC3E}">
        <p14:creationId xmlns:p14="http://schemas.microsoft.com/office/powerpoint/2010/main" val="239315587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1203326" y="915459"/>
            <a:ext cx="9781117" cy="5481108"/>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Tree>
    <p:extLst>
      <p:ext uri="{BB962C8B-B14F-4D97-AF65-F5344CB8AC3E}">
        <p14:creationId xmlns:p14="http://schemas.microsoft.com/office/powerpoint/2010/main" val="385608430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Video only full">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0" y="0"/>
            <a:ext cx="12192000" cy="6858000"/>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cxnSp>
        <p:nvCxnSpPr>
          <p:cNvPr id="2" name="Straight Connector 1">
            <a:extLst>
              <a:ext uri="{FF2B5EF4-FFF2-40B4-BE49-F238E27FC236}">
                <a16:creationId xmlns:a16="http://schemas.microsoft.com/office/drawing/2014/main" id="{70DEB4AE-4516-3FDE-06BB-2B3138702542}"/>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84207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o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3BA6BD-9060-A821-F3E8-DF9E0EA90E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892B3-F8A0-AD16-D636-41FD6A349786}"/>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8" name="Picture Placeholder 7">
            <a:extLst>
              <a:ext uri="{FF2B5EF4-FFF2-40B4-BE49-F238E27FC236}">
                <a16:creationId xmlns:a16="http://schemas.microsoft.com/office/drawing/2014/main" id="{84FCB191-3177-1F3B-69A1-1DFF73F501B1}"/>
              </a:ext>
            </a:extLst>
          </p:cNvPr>
          <p:cNvSpPr>
            <a:spLocks noGrp="1"/>
          </p:cNvSpPr>
          <p:nvPr>
            <p:ph type="pic" sz="quarter" idx="25"/>
          </p:nvPr>
        </p:nvSpPr>
        <p:spPr>
          <a:xfrm>
            <a:off x="5030724" y="1777564"/>
            <a:ext cx="2130552" cy="1997141"/>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Picture Placeholder 7">
            <a:extLst>
              <a:ext uri="{FF2B5EF4-FFF2-40B4-BE49-F238E27FC236}">
                <a16:creationId xmlns:a16="http://schemas.microsoft.com/office/drawing/2014/main" id="{A53C839B-4B7A-825F-6A86-C56284E64894}"/>
              </a:ext>
            </a:extLst>
          </p:cNvPr>
          <p:cNvSpPr>
            <a:spLocks noGrp="1"/>
          </p:cNvSpPr>
          <p:nvPr>
            <p:ph type="pic" sz="quarter" idx="26"/>
          </p:nvPr>
        </p:nvSpPr>
        <p:spPr>
          <a:xfrm>
            <a:off x="7349298" y="1777565"/>
            <a:ext cx="2130552" cy="1997139"/>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8" name="Picture Placeholder 7">
            <a:extLst>
              <a:ext uri="{FF2B5EF4-FFF2-40B4-BE49-F238E27FC236}">
                <a16:creationId xmlns:a16="http://schemas.microsoft.com/office/drawing/2014/main" id="{3EC3799E-6301-A339-F318-E27EBA063FD4}"/>
              </a:ext>
            </a:extLst>
          </p:cNvPr>
          <p:cNvSpPr>
            <a:spLocks noGrp="1"/>
          </p:cNvSpPr>
          <p:nvPr>
            <p:ph type="pic" sz="quarter" idx="28"/>
          </p:nvPr>
        </p:nvSpPr>
        <p:spPr>
          <a:xfrm>
            <a:off x="9667872" y="1777564"/>
            <a:ext cx="2130552" cy="1997138"/>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5" name="Text Placeholder 14">
            <a:extLst>
              <a:ext uri="{FF2B5EF4-FFF2-40B4-BE49-F238E27FC236}">
                <a16:creationId xmlns:a16="http://schemas.microsoft.com/office/drawing/2014/main" id="{8CEEEED1-2562-0447-FEDF-DC9802A4C656}"/>
              </a:ext>
            </a:extLst>
          </p:cNvPr>
          <p:cNvSpPr>
            <a:spLocks noGrp="1"/>
          </p:cNvSpPr>
          <p:nvPr>
            <p:ph type="body" sz="quarter" idx="24" hasCustomPrompt="1"/>
          </p:nvPr>
        </p:nvSpPr>
        <p:spPr>
          <a:xfrm>
            <a:off x="5030724" y="3774474"/>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Text Placeholder 16">
            <a:extLst>
              <a:ext uri="{FF2B5EF4-FFF2-40B4-BE49-F238E27FC236}">
                <a16:creationId xmlns:a16="http://schemas.microsoft.com/office/drawing/2014/main" id="{7369B5A8-F855-8387-A292-530C9E67EF7E}"/>
              </a:ext>
            </a:extLst>
          </p:cNvPr>
          <p:cNvSpPr>
            <a:spLocks noGrp="1"/>
          </p:cNvSpPr>
          <p:nvPr>
            <p:ph type="body" sz="quarter" idx="27" hasCustomPrompt="1"/>
          </p:nvPr>
        </p:nvSpPr>
        <p:spPr>
          <a:xfrm>
            <a:off x="7349298" y="3774703"/>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0" name="Text Placeholder 19">
            <a:extLst>
              <a:ext uri="{FF2B5EF4-FFF2-40B4-BE49-F238E27FC236}">
                <a16:creationId xmlns:a16="http://schemas.microsoft.com/office/drawing/2014/main" id="{9E2418E6-C555-DAC1-9A2D-16BB105CF7B8}"/>
              </a:ext>
            </a:extLst>
          </p:cNvPr>
          <p:cNvSpPr>
            <a:spLocks noGrp="1"/>
          </p:cNvSpPr>
          <p:nvPr>
            <p:ph type="body" sz="quarter" idx="29" hasCustomPrompt="1"/>
          </p:nvPr>
        </p:nvSpPr>
        <p:spPr>
          <a:xfrm>
            <a:off x="9667872" y="3774702"/>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 name="Text Placeholder 2">
            <a:extLst>
              <a:ext uri="{FF2B5EF4-FFF2-40B4-BE49-F238E27FC236}">
                <a16:creationId xmlns:a16="http://schemas.microsoft.com/office/drawing/2014/main" id="{5C95124F-8AFE-4614-F48D-57843F630ABE}"/>
              </a:ext>
            </a:extLst>
          </p:cNvPr>
          <p:cNvSpPr>
            <a:spLocks noGrp="1"/>
          </p:cNvSpPr>
          <p:nvPr>
            <p:ph type="body" sz="quarter" idx="31" hasCustomPrompt="1"/>
          </p:nvPr>
        </p:nvSpPr>
        <p:spPr>
          <a:xfrm>
            <a:off x="5195998"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3" name="Title 12">
            <a:extLst>
              <a:ext uri="{FF2B5EF4-FFF2-40B4-BE49-F238E27FC236}">
                <a16:creationId xmlns:a16="http://schemas.microsoft.com/office/drawing/2014/main" id="{6A27DEB9-22DA-F7E8-1FF6-4D68A76CD22B}"/>
              </a:ext>
            </a:extLst>
          </p:cNvPr>
          <p:cNvSpPr>
            <a:spLocks noGrp="1"/>
          </p:cNvSpPr>
          <p:nvPr>
            <p:ph type="title" hasCustomPrompt="1"/>
          </p:nvPr>
        </p:nvSpPr>
        <p:spPr>
          <a:xfrm>
            <a:off x="393577" y="3191453"/>
            <a:ext cx="4314891" cy="1254871"/>
          </a:xfrm>
        </p:spPr>
        <p:txBody>
          <a:bodyPr/>
          <a:lstStyle>
            <a:lvl1pPr>
              <a:defRPr sz="3800"/>
            </a:lvl1pPr>
          </a:lstStyle>
          <a:p>
            <a:r>
              <a:rPr lang="en-US" dirty="0"/>
              <a:t>Header here</a:t>
            </a:r>
          </a:p>
        </p:txBody>
      </p:sp>
      <p:sp>
        <p:nvSpPr>
          <p:cNvPr id="6" name="Text Placeholder 2">
            <a:extLst>
              <a:ext uri="{FF2B5EF4-FFF2-40B4-BE49-F238E27FC236}">
                <a16:creationId xmlns:a16="http://schemas.microsoft.com/office/drawing/2014/main" id="{B184827C-F5E3-02BA-8421-3763C1766345}"/>
              </a:ext>
            </a:extLst>
          </p:cNvPr>
          <p:cNvSpPr>
            <a:spLocks noGrp="1"/>
          </p:cNvSpPr>
          <p:nvPr>
            <p:ph type="body" sz="quarter" idx="32" hasCustomPrompt="1"/>
          </p:nvPr>
        </p:nvSpPr>
        <p:spPr>
          <a:xfrm>
            <a:off x="7483532"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7" name="Text Placeholder 2">
            <a:extLst>
              <a:ext uri="{FF2B5EF4-FFF2-40B4-BE49-F238E27FC236}">
                <a16:creationId xmlns:a16="http://schemas.microsoft.com/office/drawing/2014/main" id="{10D527AC-604D-6F13-403F-1E9457DE54E8}"/>
              </a:ext>
            </a:extLst>
          </p:cNvPr>
          <p:cNvSpPr>
            <a:spLocks noGrp="1"/>
          </p:cNvSpPr>
          <p:nvPr>
            <p:ph type="body" sz="quarter" idx="33" hasCustomPrompt="1"/>
          </p:nvPr>
        </p:nvSpPr>
        <p:spPr>
          <a:xfrm>
            <a:off x="9832975" y="4783349"/>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07053477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o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6" name="Picture Placeholder 7">
            <a:extLst>
              <a:ext uri="{FF2B5EF4-FFF2-40B4-BE49-F238E27FC236}">
                <a16:creationId xmlns:a16="http://schemas.microsoft.com/office/drawing/2014/main" id="{295549D9-1701-0453-76C2-A95EA4251ECB}"/>
              </a:ext>
            </a:extLst>
          </p:cNvPr>
          <p:cNvSpPr>
            <a:spLocks noGrp="1"/>
          </p:cNvSpPr>
          <p:nvPr>
            <p:ph type="pic" sz="quarter" idx="25"/>
          </p:nvPr>
        </p:nvSpPr>
        <p:spPr>
          <a:xfrm>
            <a:off x="397134"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14">
            <a:extLst>
              <a:ext uri="{FF2B5EF4-FFF2-40B4-BE49-F238E27FC236}">
                <a16:creationId xmlns:a16="http://schemas.microsoft.com/office/drawing/2014/main" id="{581FEFFD-8E3E-0F73-59FE-DD9FDE12C6DE}"/>
              </a:ext>
            </a:extLst>
          </p:cNvPr>
          <p:cNvSpPr>
            <a:spLocks noGrp="1"/>
          </p:cNvSpPr>
          <p:nvPr>
            <p:ph type="body" sz="quarter" idx="24" hasCustomPrompt="1"/>
          </p:nvPr>
        </p:nvSpPr>
        <p:spPr>
          <a:xfrm>
            <a:off x="397134"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Picture Placeholder 7">
            <a:extLst>
              <a:ext uri="{FF2B5EF4-FFF2-40B4-BE49-F238E27FC236}">
                <a16:creationId xmlns:a16="http://schemas.microsoft.com/office/drawing/2014/main" id="{F984FF3F-257E-2833-6D72-73229D50C4F3}"/>
              </a:ext>
            </a:extLst>
          </p:cNvPr>
          <p:cNvSpPr>
            <a:spLocks noGrp="1"/>
          </p:cNvSpPr>
          <p:nvPr>
            <p:ph type="pic" sz="quarter" idx="26"/>
          </p:nvPr>
        </p:nvSpPr>
        <p:spPr>
          <a:xfrm>
            <a:off x="2360846"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28" name="Picture Placeholder 7">
            <a:extLst>
              <a:ext uri="{FF2B5EF4-FFF2-40B4-BE49-F238E27FC236}">
                <a16:creationId xmlns:a16="http://schemas.microsoft.com/office/drawing/2014/main" id="{91B54093-E883-D83A-D013-9F34CF717C0E}"/>
              </a:ext>
            </a:extLst>
          </p:cNvPr>
          <p:cNvSpPr>
            <a:spLocks noGrp="1"/>
          </p:cNvSpPr>
          <p:nvPr>
            <p:ph type="pic" sz="quarter" idx="28"/>
          </p:nvPr>
        </p:nvSpPr>
        <p:spPr>
          <a:xfrm>
            <a:off x="4286250"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0" name="Picture Placeholder 7">
            <a:extLst>
              <a:ext uri="{FF2B5EF4-FFF2-40B4-BE49-F238E27FC236}">
                <a16:creationId xmlns:a16="http://schemas.microsoft.com/office/drawing/2014/main" id="{4B560B5A-6685-FDAA-81F5-477EA3BC677E}"/>
              </a:ext>
            </a:extLst>
          </p:cNvPr>
          <p:cNvSpPr>
            <a:spLocks noGrp="1"/>
          </p:cNvSpPr>
          <p:nvPr>
            <p:ph type="pic" sz="quarter" idx="30"/>
          </p:nvPr>
        </p:nvSpPr>
        <p:spPr>
          <a:xfrm>
            <a:off x="6218373"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2" name="Picture Placeholder 7">
            <a:extLst>
              <a:ext uri="{FF2B5EF4-FFF2-40B4-BE49-F238E27FC236}">
                <a16:creationId xmlns:a16="http://schemas.microsoft.com/office/drawing/2014/main" id="{E99C3564-0F7A-30AB-47E1-53300A5F3D21}"/>
              </a:ext>
            </a:extLst>
          </p:cNvPr>
          <p:cNvSpPr>
            <a:spLocks noGrp="1"/>
          </p:cNvSpPr>
          <p:nvPr>
            <p:ph type="pic" sz="quarter" idx="32"/>
          </p:nvPr>
        </p:nvSpPr>
        <p:spPr>
          <a:xfrm>
            <a:off x="8147262"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4" name="Picture Placeholder 7">
            <a:extLst>
              <a:ext uri="{FF2B5EF4-FFF2-40B4-BE49-F238E27FC236}">
                <a16:creationId xmlns:a16="http://schemas.microsoft.com/office/drawing/2014/main" id="{D7418ACC-622B-64FF-0121-E2CC5C215CC2}"/>
              </a:ext>
            </a:extLst>
          </p:cNvPr>
          <p:cNvSpPr>
            <a:spLocks noGrp="1"/>
          </p:cNvSpPr>
          <p:nvPr>
            <p:ph type="pic" sz="quarter" idx="34"/>
          </p:nvPr>
        </p:nvSpPr>
        <p:spPr>
          <a:xfrm>
            <a:off x="10075830" y="2216984"/>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6" name="Title 35">
            <a:extLst>
              <a:ext uri="{FF2B5EF4-FFF2-40B4-BE49-F238E27FC236}">
                <a16:creationId xmlns:a16="http://schemas.microsoft.com/office/drawing/2014/main" id="{9A08F534-CBFF-BB32-395B-ED9130AA588F}"/>
              </a:ext>
            </a:extLst>
          </p:cNvPr>
          <p:cNvSpPr>
            <a:spLocks noGrp="1"/>
          </p:cNvSpPr>
          <p:nvPr>
            <p:ph type="title"/>
          </p:nvPr>
        </p:nvSpPr>
        <p:spPr/>
        <p:txBody>
          <a:bodyPr/>
          <a:lstStyle/>
          <a:p>
            <a:r>
              <a:rPr lang="en-US" dirty="0"/>
              <a:t>Click to edit Master title style</a:t>
            </a:r>
          </a:p>
        </p:txBody>
      </p:sp>
      <p:sp>
        <p:nvSpPr>
          <p:cNvPr id="3" name="Text Placeholder 14">
            <a:extLst>
              <a:ext uri="{FF2B5EF4-FFF2-40B4-BE49-F238E27FC236}">
                <a16:creationId xmlns:a16="http://schemas.microsoft.com/office/drawing/2014/main" id="{9C109142-A53E-3230-46FB-8719D64F1E7A}"/>
              </a:ext>
            </a:extLst>
          </p:cNvPr>
          <p:cNvSpPr>
            <a:spLocks noGrp="1"/>
          </p:cNvSpPr>
          <p:nvPr>
            <p:ph type="body" sz="quarter" idx="35" hasCustomPrompt="1"/>
          </p:nvPr>
        </p:nvSpPr>
        <p:spPr>
          <a:xfrm>
            <a:off x="2360846"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14">
            <a:extLst>
              <a:ext uri="{FF2B5EF4-FFF2-40B4-BE49-F238E27FC236}">
                <a16:creationId xmlns:a16="http://schemas.microsoft.com/office/drawing/2014/main" id="{CB68A45D-CA79-FC6F-74B7-877819B319FE}"/>
              </a:ext>
            </a:extLst>
          </p:cNvPr>
          <p:cNvSpPr>
            <a:spLocks noGrp="1"/>
          </p:cNvSpPr>
          <p:nvPr>
            <p:ph type="body" sz="quarter" idx="36" hasCustomPrompt="1"/>
          </p:nvPr>
        </p:nvSpPr>
        <p:spPr>
          <a:xfrm>
            <a:off x="428625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0EFD881F-41B3-95B2-C469-6067DF6DA2CE}"/>
              </a:ext>
            </a:extLst>
          </p:cNvPr>
          <p:cNvSpPr>
            <a:spLocks noGrp="1"/>
          </p:cNvSpPr>
          <p:nvPr>
            <p:ph type="body" sz="quarter" idx="37" hasCustomPrompt="1"/>
          </p:nvPr>
        </p:nvSpPr>
        <p:spPr>
          <a:xfrm>
            <a:off x="6218373"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14">
            <a:extLst>
              <a:ext uri="{FF2B5EF4-FFF2-40B4-BE49-F238E27FC236}">
                <a16:creationId xmlns:a16="http://schemas.microsoft.com/office/drawing/2014/main" id="{868019C7-76F5-1FF0-5600-9DDCDCB7E03C}"/>
              </a:ext>
            </a:extLst>
          </p:cNvPr>
          <p:cNvSpPr>
            <a:spLocks noGrp="1"/>
          </p:cNvSpPr>
          <p:nvPr>
            <p:ph type="body" sz="quarter" idx="38" hasCustomPrompt="1"/>
          </p:nvPr>
        </p:nvSpPr>
        <p:spPr>
          <a:xfrm>
            <a:off x="8147262"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1" name="Text Placeholder 14">
            <a:extLst>
              <a:ext uri="{FF2B5EF4-FFF2-40B4-BE49-F238E27FC236}">
                <a16:creationId xmlns:a16="http://schemas.microsoft.com/office/drawing/2014/main" id="{64931CD7-1B62-5947-9DF0-8F6DCB28349F}"/>
              </a:ext>
            </a:extLst>
          </p:cNvPr>
          <p:cNvSpPr>
            <a:spLocks noGrp="1"/>
          </p:cNvSpPr>
          <p:nvPr>
            <p:ph type="body" sz="quarter" idx="39" hasCustomPrompt="1"/>
          </p:nvPr>
        </p:nvSpPr>
        <p:spPr>
          <a:xfrm>
            <a:off x="1007583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9" name="Text Placeholder 2">
            <a:extLst>
              <a:ext uri="{FF2B5EF4-FFF2-40B4-BE49-F238E27FC236}">
                <a16:creationId xmlns:a16="http://schemas.microsoft.com/office/drawing/2014/main" id="{439845DE-7D1A-6380-83F2-66148B7A6FC4}"/>
              </a:ext>
            </a:extLst>
          </p:cNvPr>
          <p:cNvSpPr>
            <a:spLocks noGrp="1"/>
          </p:cNvSpPr>
          <p:nvPr>
            <p:ph type="body" sz="quarter" idx="31" hasCustomPrompt="1"/>
          </p:nvPr>
        </p:nvSpPr>
        <p:spPr>
          <a:xfrm>
            <a:off x="546846" y="4807691"/>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005C68B7-B2EC-9096-AE7C-89157A240DC4}"/>
              </a:ext>
            </a:extLst>
          </p:cNvPr>
          <p:cNvSpPr>
            <a:spLocks noGrp="1"/>
          </p:cNvSpPr>
          <p:nvPr>
            <p:ph type="body" sz="quarter" idx="40" hasCustomPrompt="1"/>
          </p:nvPr>
        </p:nvSpPr>
        <p:spPr>
          <a:xfrm>
            <a:off x="2485496" y="4807690"/>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5061A3E1-A124-03F7-7C6C-FF5CEA8F2601}"/>
              </a:ext>
            </a:extLst>
          </p:cNvPr>
          <p:cNvSpPr>
            <a:spLocks noGrp="1"/>
          </p:cNvSpPr>
          <p:nvPr>
            <p:ph type="body" sz="quarter" idx="41" hasCustomPrompt="1"/>
          </p:nvPr>
        </p:nvSpPr>
        <p:spPr>
          <a:xfrm>
            <a:off x="4431454" y="4809065"/>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030F3C04-15EC-288D-03D5-24D32A235876}"/>
              </a:ext>
            </a:extLst>
          </p:cNvPr>
          <p:cNvSpPr>
            <a:spLocks noGrp="1"/>
          </p:cNvSpPr>
          <p:nvPr>
            <p:ph type="body" sz="quarter" idx="42" hasCustomPrompt="1"/>
          </p:nvPr>
        </p:nvSpPr>
        <p:spPr>
          <a:xfrm>
            <a:off x="6368839"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9BEE6DAA-4D3A-5AD7-F1C6-9755EDA4876A}"/>
              </a:ext>
            </a:extLst>
          </p:cNvPr>
          <p:cNvSpPr>
            <a:spLocks noGrp="1"/>
          </p:cNvSpPr>
          <p:nvPr>
            <p:ph type="body" sz="quarter" idx="43" hasCustomPrompt="1"/>
          </p:nvPr>
        </p:nvSpPr>
        <p:spPr>
          <a:xfrm>
            <a:off x="827191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79A1B18B-42A7-8F7E-26CE-F02A58441E95}"/>
              </a:ext>
            </a:extLst>
          </p:cNvPr>
          <p:cNvSpPr>
            <a:spLocks noGrp="1"/>
          </p:cNvSpPr>
          <p:nvPr>
            <p:ph type="body" sz="quarter" idx="44" hasCustomPrompt="1"/>
          </p:nvPr>
        </p:nvSpPr>
        <p:spPr>
          <a:xfrm>
            <a:off x="1022644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112139639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o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29" name="Picture Placeholder 28">
            <a:extLst>
              <a:ext uri="{FF2B5EF4-FFF2-40B4-BE49-F238E27FC236}">
                <a16:creationId xmlns:a16="http://schemas.microsoft.com/office/drawing/2014/main" id="{472DBA5A-0B6F-3DD9-225B-29B12BF9CA7F}"/>
              </a:ext>
            </a:extLst>
          </p:cNvPr>
          <p:cNvSpPr>
            <a:spLocks noGrp="1"/>
          </p:cNvSpPr>
          <p:nvPr>
            <p:ph type="pic" sz="quarter" idx="43"/>
          </p:nvPr>
        </p:nvSpPr>
        <p:spPr>
          <a:xfrm>
            <a:off x="4064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8" name="Text Placeholder 7">
            <a:extLst>
              <a:ext uri="{FF2B5EF4-FFF2-40B4-BE49-F238E27FC236}">
                <a16:creationId xmlns:a16="http://schemas.microsoft.com/office/drawing/2014/main" id="{090702C8-FFB9-3B32-AE8C-8AA795D2BFC4}"/>
              </a:ext>
            </a:extLst>
          </p:cNvPr>
          <p:cNvSpPr>
            <a:spLocks noGrp="1"/>
          </p:cNvSpPr>
          <p:nvPr>
            <p:ph type="body" sz="quarter" idx="42" hasCustomPrompt="1"/>
          </p:nvPr>
        </p:nvSpPr>
        <p:spPr>
          <a:xfrm>
            <a:off x="17603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6" name="Picture Placeholder 28">
            <a:extLst>
              <a:ext uri="{FF2B5EF4-FFF2-40B4-BE49-F238E27FC236}">
                <a16:creationId xmlns:a16="http://schemas.microsoft.com/office/drawing/2014/main" id="{2D5FA0FB-F45B-BD74-3BE1-9A349B59216E}"/>
              </a:ext>
            </a:extLst>
          </p:cNvPr>
          <p:cNvSpPr>
            <a:spLocks noGrp="1"/>
          </p:cNvSpPr>
          <p:nvPr>
            <p:ph type="pic" sz="quarter" idx="44"/>
          </p:nvPr>
        </p:nvSpPr>
        <p:spPr>
          <a:xfrm>
            <a:off x="428625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9" name="Text Placeholder 7">
            <a:extLst>
              <a:ext uri="{FF2B5EF4-FFF2-40B4-BE49-F238E27FC236}">
                <a16:creationId xmlns:a16="http://schemas.microsoft.com/office/drawing/2014/main" id="{28D6F1F3-73DB-2328-20DF-6AF4AE29FEE6}"/>
              </a:ext>
            </a:extLst>
          </p:cNvPr>
          <p:cNvSpPr>
            <a:spLocks noGrp="1"/>
          </p:cNvSpPr>
          <p:nvPr>
            <p:ph type="body" sz="quarter" idx="45" hasCustomPrompt="1"/>
          </p:nvPr>
        </p:nvSpPr>
        <p:spPr>
          <a:xfrm>
            <a:off x="564017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Picture Placeholder 28">
            <a:extLst>
              <a:ext uri="{FF2B5EF4-FFF2-40B4-BE49-F238E27FC236}">
                <a16:creationId xmlns:a16="http://schemas.microsoft.com/office/drawing/2014/main" id="{E10ABC16-B895-E2E3-01D9-32B0F33BFEAD}"/>
              </a:ext>
            </a:extLst>
          </p:cNvPr>
          <p:cNvSpPr>
            <a:spLocks noGrp="1"/>
          </p:cNvSpPr>
          <p:nvPr>
            <p:ph type="pic" sz="quarter" idx="46"/>
          </p:nvPr>
        </p:nvSpPr>
        <p:spPr>
          <a:xfrm>
            <a:off x="81661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1" name="Text Placeholder 7">
            <a:extLst>
              <a:ext uri="{FF2B5EF4-FFF2-40B4-BE49-F238E27FC236}">
                <a16:creationId xmlns:a16="http://schemas.microsoft.com/office/drawing/2014/main" id="{57615BBB-6E98-65DE-70FD-8CF81DF6129D}"/>
              </a:ext>
            </a:extLst>
          </p:cNvPr>
          <p:cNvSpPr>
            <a:spLocks noGrp="1"/>
          </p:cNvSpPr>
          <p:nvPr>
            <p:ph type="body" sz="quarter" idx="47" hasCustomPrompt="1"/>
          </p:nvPr>
        </p:nvSpPr>
        <p:spPr>
          <a:xfrm>
            <a:off x="95200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1">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2" name="Picture Placeholder 28">
            <a:extLst>
              <a:ext uri="{FF2B5EF4-FFF2-40B4-BE49-F238E27FC236}">
                <a16:creationId xmlns:a16="http://schemas.microsoft.com/office/drawing/2014/main" id="{9D5D0CF5-68CE-4C24-F399-D4312C3895F3}"/>
              </a:ext>
            </a:extLst>
          </p:cNvPr>
          <p:cNvSpPr>
            <a:spLocks noGrp="1"/>
          </p:cNvSpPr>
          <p:nvPr>
            <p:ph type="pic" sz="quarter" idx="48"/>
          </p:nvPr>
        </p:nvSpPr>
        <p:spPr>
          <a:xfrm>
            <a:off x="4286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0" name="Text Placeholder 7">
            <a:extLst>
              <a:ext uri="{FF2B5EF4-FFF2-40B4-BE49-F238E27FC236}">
                <a16:creationId xmlns:a16="http://schemas.microsoft.com/office/drawing/2014/main" id="{A83E9329-CE18-49C7-AEDE-8E0BEDC8B1D6}"/>
              </a:ext>
            </a:extLst>
          </p:cNvPr>
          <p:cNvSpPr>
            <a:spLocks noGrp="1"/>
          </p:cNvSpPr>
          <p:nvPr>
            <p:ph type="body" sz="quarter" idx="49" hasCustomPrompt="1"/>
          </p:nvPr>
        </p:nvSpPr>
        <p:spPr>
          <a:xfrm>
            <a:off x="17825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2" name="Picture Placeholder 28">
            <a:extLst>
              <a:ext uri="{FF2B5EF4-FFF2-40B4-BE49-F238E27FC236}">
                <a16:creationId xmlns:a16="http://schemas.microsoft.com/office/drawing/2014/main" id="{05246384-8956-266C-0BB7-E173CF580C52}"/>
              </a:ext>
            </a:extLst>
          </p:cNvPr>
          <p:cNvSpPr>
            <a:spLocks noGrp="1"/>
          </p:cNvSpPr>
          <p:nvPr>
            <p:ph type="pic" sz="quarter" idx="50"/>
          </p:nvPr>
        </p:nvSpPr>
        <p:spPr>
          <a:xfrm>
            <a:off x="430847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3" name="Text Placeholder 7">
            <a:extLst>
              <a:ext uri="{FF2B5EF4-FFF2-40B4-BE49-F238E27FC236}">
                <a16:creationId xmlns:a16="http://schemas.microsoft.com/office/drawing/2014/main" id="{34438F4C-06B3-EB73-35BB-440BFBA50159}"/>
              </a:ext>
            </a:extLst>
          </p:cNvPr>
          <p:cNvSpPr>
            <a:spLocks noGrp="1"/>
          </p:cNvSpPr>
          <p:nvPr>
            <p:ph type="body" sz="quarter" idx="51" hasCustomPrompt="1"/>
          </p:nvPr>
        </p:nvSpPr>
        <p:spPr>
          <a:xfrm>
            <a:off x="566239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5" name="Picture Placeholder 28">
            <a:extLst>
              <a:ext uri="{FF2B5EF4-FFF2-40B4-BE49-F238E27FC236}">
                <a16:creationId xmlns:a16="http://schemas.microsoft.com/office/drawing/2014/main" id="{D80D376A-1061-9BDD-C65C-E9CF2C0B184F}"/>
              </a:ext>
            </a:extLst>
          </p:cNvPr>
          <p:cNvSpPr>
            <a:spLocks noGrp="1"/>
          </p:cNvSpPr>
          <p:nvPr>
            <p:ph type="pic" sz="quarter" idx="52"/>
          </p:nvPr>
        </p:nvSpPr>
        <p:spPr>
          <a:xfrm>
            <a:off x="81883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6" name="Text Placeholder 7">
            <a:extLst>
              <a:ext uri="{FF2B5EF4-FFF2-40B4-BE49-F238E27FC236}">
                <a16:creationId xmlns:a16="http://schemas.microsoft.com/office/drawing/2014/main" id="{C651DA2C-4150-3CCF-0FB1-5D18D50510EC}"/>
              </a:ext>
            </a:extLst>
          </p:cNvPr>
          <p:cNvSpPr>
            <a:spLocks noGrp="1"/>
          </p:cNvSpPr>
          <p:nvPr>
            <p:ph type="body" sz="quarter" idx="53" hasCustomPrompt="1"/>
          </p:nvPr>
        </p:nvSpPr>
        <p:spPr>
          <a:xfrm>
            <a:off x="95422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8" name="Picture Placeholder 28">
            <a:extLst>
              <a:ext uri="{FF2B5EF4-FFF2-40B4-BE49-F238E27FC236}">
                <a16:creationId xmlns:a16="http://schemas.microsoft.com/office/drawing/2014/main" id="{5562EA44-02A9-562B-098B-7B1E9899F8EA}"/>
              </a:ext>
            </a:extLst>
          </p:cNvPr>
          <p:cNvSpPr>
            <a:spLocks noGrp="1"/>
          </p:cNvSpPr>
          <p:nvPr>
            <p:ph type="pic" sz="quarter" idx="54"/>
          </p:nvPr>
        </p:nvSpPr>
        <p:spPr>
          <a:xfrm>
            <a:off x="4064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0" name="Text Placeholder 7">
            <a:extLst>
              <a:ext uri="{FF2B5EF4-FFF2-40B4-BE49-F238E27FC236}">
                <a16:creationId xmlns:a16="http://schemas.microsoft.com/office/drawing/2014/main" id="{20E9ED11-1F60-C7C3-DC89-9E93DAEBC9E3}"/>
              </a:ext>
            </a:extLst>
          </p:cNvPr>
          <p:cNvSpPr>
            <a:spLocks noGrp="1"/>
          </p:cNvSpPr>
          <p:nvPr>
            <p:ph type="body" sz="quarter" idx="55" hasCustomPrompt="1"/>
          </p:nvPr>
        </p:nvSpPr>
        <p:spPr>
          <a:xfrm>
            <a:off x="17603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1" name="Picture Placeholder 28">
            <a:extLst>
              <a:ext uri="{FF2B5EF4-FFF2-40B4-BE49-F238E27FC236}">
                <a16:creationId xmlns:a16="http://schemas.microsoft.com/office/drawing/2014/main" id="{A59E6463-816A-A617-944E-CAEFA3662985}"/>
              </a:ext>
            </a:extLst>
          </p:cNvPr>
          <p:cNvSpPr>
            <a:spLocks noGrp="1"/>
          </p:cNvSpPr>
          <p:nvPr>
            <p:ph type="pic" sz="quarter" idx="56"/>
          </p:nvPr>
        </p:nvSpPr>
        <p:spPr>
          <a:xfrm>
            <a:off x="428625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2" name="Text Placeholder 7">
            <a:extLst>
              <a:ext uri="{FF2B5EF4-FFF2-40B4-BE49-F238E27FC236}">
                <a16:creationId xmlns:a16="http://schemas.microsoft.com/office/drawing/2014/main" id="{20DFC40F-C36B-4058-A808-F9F1191AB7B3}"/>
              </a:ext>
            </a:extLst>
          </p:cNvPr>
          <p:cNvSpPr>
            <a:spLocks noGrp="1"/>
          </p:cNvSpPr>
          <p:nvPr>
            <p:ph type="body" sz="quarter" idx="57" hasCustomPrompt="1"/>
          </p:nvPr>
        </p:nvSpPr>
        <p:spPr>
          <a:xfrm>
            <a:off x="564017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3" name="Picture Placeholder 28">
            <a:extLst>
              <a:ext uri="{FF2B5EF4-FFF2-40B4-BE49-F238E27FC236}">
                <a16:creationId xmlns:a16="http://schemas.microsoft.com/office/drawing/2014/main" id="{6C4058AC-21D2-619E-9E07-F9933BD7F4A2}"/>
              </a:ext>
            </a:extLst>
          </p:cNvPr>
          <p:cNvSpPr>
            <a:spLocks noGrp="1"/>
          </p:cNvSpPr>
          <p:nvPr>
            <p:ph type="pic" sz="quarter" idx="58"/>
          </p:nvPr>
        </p:nvSpPr>
        <p:spPr>
          <a:xfrm>
            <a:off x="81661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4" name="Text Placeholder 7">
            <a:extLst>
              <a:ext uri="{FF2B5EF4-FFF2-40B4-BE49-F238E27FC236}">
                <a16:creationId xmlns:a16="http://schemas.microsoft.com/office/drawing/2014/main" id="{64C32D2A-6C23-AAB1-1517-3DE0DB4A6AD2}"/>
              </a:ext>
            </a:extLst>
          </p:cNvPr>
          <p:cNvSpPr>
            <a:spLocks noGrp="1"/>
          </p:cNvSpPr>
          <p:nvPr>
            <p:ph type="body" sz="quarter" idx="59" hasCustomPrompt="1"/>
          </p:nvPr>
        </p:nvSpPr>
        <p:spPr>
          <a:xfrm>
            <a:off x="95200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5" name="Title 34">
            <a:extLst>
              <a:ext uri="{FF2B5EF4-FFF2-40B4-BE49-F238E27FC236}">
                <a16:creationId xmlns:a16="http://schemas.microsoft.com/office/drawing/2014/main" id="{FA77D22F-7E96-559B-6046-0DDEE7B44E95}"/>
              </a:ext>
            </a:extLst>
          </p:cNvPr>
          <p:cNvSpPr>
            <a:spLocks noGrp="1"/>
          </p:cNvSpPr>
          <p:nvPr>
            <p:ph type="title"/>
          </p:nvPr>
        </p:nvSpPr>
        <p:spPr/>
        <p:txBody>
          <a:bodyPr/>
          <a:lstStyle/>
          <a:p>
            <a:r>
              <a:rPr lang="en-US" dirty="0"/>
              <a:t>Click to edit Master title style</a:t>
            </a:r>
          </a:p>
        </p:txBody>
      </p:sp>
      <p:sp>
        <p:nvSpPr>
          <p:cNvPr id="15" name="Text Placeholder 2">
            <a:extLst>
              <a:ext uri="{FF2B5EF4-FFF2-40B4-BE49-F238E27FC236}">
                <a16:creationId xmlns:a16="http://schemas.microsoft.com/office/drawing/2014/main" id="{98DA7E39-A7BE-C6A6-0D77-49D0EEC7D633}"/>
              </a:ext>
            </a:extLst>
          </p:cNvPr>
          <p:cNvSpPr>
            <a:spLocks noGrp="1"/>
          </p:cNvSpPr>
          <p:nvPr>
            <p:ph type="body" sz="quarter" idx="31" hasCustomPrompt="1"/>
          </p:nvPr>
        </p:nvSpPr>
        <p:spPr>
          <a:xfrm>
            <a:off x="1957078" y="2422641"/>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804C5920-538E-ADC9-98FE-5C8DA638A54E}"/>
              </a:ext>
            </a:extLst>
          </p:cNvPr>
          <p:cNvSpPr>
            <a:spLocks noGrp="1"/>
          </p:cNvSpPr>
          <p:nvPr>
            <p:ph type="body" sz="quarter" idx="60" hasCustomPrompt="1"/>
          </p:nvPr>
        </p:nvSpPr>
        <p:spPr>
          <a:xfrm>
            <a:off x="5837353" y="2422641"/>
            <a:ext cx="194933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6" name="Text Placeholder 2">
            <a:extLst>
              <a:ext uri="{FF2B5EF4-FFF2-40B4-BE49-F238E27FC236}">
                <a16:creationId xmlns:a16="http://schemas.microsoft.com/office/drawing/2014/main" id="{FD4DAB3F-4CFE-5CC4-EB11-399DE2C0CEF6}"/>
              </a:ext>
            </a:extLst>
          </p:cNvPr>
          <p:cNvSpPr>
            <a:spLocks noGrp="1"/>
          </p:cNvSpPr>
          <p:nvPr>
            <p:ph type="body" sz="quarter" idx="61" hasCustomPrompt="1"/>
          </p:nvPr>
        </p:nvSpPr>
        <p:spPr>
          <a:xfrm>
            <a:off x="9717203" y="2422641"/>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7" name="Text Placeholder 2">
            <a:extLst>
              <a:ext uri="{FF2B5EF4-FFF2-40B4-BE49-F238E27FC236}">
                <a16:creationId xmlns:a16="http://schemas.microsoft.com/office/drawing/2014/main" id="{5BF9407C-7473-EC31-1086-24D3CC2ED0A6}"/>
              </a:ext>
            </a:extLst>
          </p:cNvPr>
          <p:cNvSpPr>
            <a:spLocks noGrp="1"/>
          </p:cNvSpPr>
          <p:nvPr>
            <p:ph type="body" sz="quarter" idx="62" hasCustomPrompt="1"/>
          </p:nvPr>
        </p:nvSpPr>
        <p:spPr>
          <a:xfrm>
            <a:off x="1957078" y="3859964"/>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8" name="Text Placeholder 2">
            <a:extLst>
              <a:ext uri="{FF2B5EF4-FFF2-40B4-BE49-F238E27FC236}">
                <a16:creationId xmlns:a16="http://schemas.microsoft.com/office/drawing/2014/main" id="{7417849E-3099-F898-9587-BBC6C3F4C4CD}"/>
              </a:ext>
            </a:extLst>
          </p:cNvPr>
          <p:cNvSpPr>
            <a:spLocks noGrp="1"/>
          </p:cNvSpPr>
          <p:nvPr>
            <p:ph type="body" sz="quarter" idx="63" hasCustomPrompt="1"/>
          </p:nvPr>
        </p:nvSpPr>
        <p:spPr>
          <a:xfrm>
            <a:off x="5837353" y="3859964"/>
            <a:ext cx="197791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9" name="Text Placeholder 2">
            <a:extLst>
              <a:ext uri="{FF2B5EF4-FFF2-40B4-BE49-F238E27FC236}">
                <a16:creationId xmlns:a16="http://schemas.microsoft.com/office/drawing/2014/main" id="{93FF7538-3B07-DD38-5ED4-FA7DD803190A}"/>
              </a:ext>
            </a:extLst>
          </p:cNvPr>
          <p:cNvSpPr>
            <a:spLocks noGrp="1"/>
          </p:cNvSpPr>
          <p:nvPr>
            <p:ph type="body" sz="quarter" idx="64" hasCustomPrompt="1"/>
          </p:nvPr>
        </p:nvSpPr>
        <p:spPr>
          <a:xfrm>
            <a:off x="9717203" y="3859964"/>
            <a:ext cx="191853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0" name="Text Placeholder 2">
            <a:extLst>
              <a:ext uri="{FF2B5EF4-FFF2-40B4-BE49-F238E27FC236}">
                <a16:creationId xmlns:a16="http://schemas.microsoft.com/office/drawing/2014/main" id="{4C2128C8-F311-1211-6198-7225B308B9AB}"/>
              </a:ext>
            </a:extLst>
          </p:cNvPr>
          <p:cNvSpPr>
            <a:spLocks noGrp="1"/>
          </p:cNvSpPr>
          <p:nvPr>
            <p:ph type="body" sz="quarter" idx="65" hasCustomPrompt="1"/>
          </p:nvPr>
        </p:nvSpPr>
        <p:spPr>
          <a:xfrm>
            <a:off x="1957078" y="5336649"/>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1" name="Text Placeholder 2">
            <a:extLst>
              <a:ext uri="{FF2B5EF4-FFF2-40B4-BE49-F238E27FC236}">
                <a16:creationId xmlns:a16="http://schemas.microsoft.com/office/drawing/2014/main" id="{A342F7AC-82BD-BCC1-1297-DBA38DFD26C1}"/>
              </a:ext>
            </a:extLst>
          </p:cNvPr>
          <p:cNvSpPr>
            <a:spLocks noGrp="1"/>
          </p:cNvSpPr>
          <p:nvPr>
            <p:ph type="body" sz="quarter" idx="66" hasCustomPrompt="1"/>
          </p:nvPr>
        </p:nvSpPr>
        <p:spPr>
          <a:xfrm>
            <a:off x="5837353" y="5336649"/>
            <a:ext cx="191790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2" name="Text Placeholder 2">
            <a:extLst>
              <a:ext uri="{FF2B5EF4-FFF2-40B4-BE49-F238E27FC236}">
                <a16:creationId xmlns:a16="http://schemas.microsoft.com/office/drawing/2014/main" id="{B28ABE23-B3BD-A866-43D1-F66D10EC8B63}"/>
              </a:ext>
            </a:extLst>
          </p:cNvPr>
          <p:cNvSpPr>
            <a:spLocks noGrp="1"/>
          </p:cNvSpPr>
          <p:nvPr>
            <p:ph type="body" sz="quarter" idx="67" hasCustomPrompt="1"/>
          </p:nvPr>
        </p:nvSpPr>
        <p:spPr>
          <a:xfrm>
            <a:off x="9717203" y="5336649"/>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262394450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o_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Picture Placeholder 11">
            <a:extLst>
              <a:ext uri="{FF2B5EF4-FFF2-40B4-BE49-F238E27FC236}">
                <a16:creationId xmlns:a16="http://schemas.microsoft.com/office/drawing/2014/main" id="{091D0109-D8BB-3239-1CB6-E5403E50EE95}"/>
              </a:ext>
            </a:extLst>
          </p:cNvPr>
          <p:cNvSpPr>
            <a:spLocks noGrp="1"/>
          </p:cNvSpPr>
          <p:nvPr>
            <p:ph type="pic" sz="quarter" idx="54"/>
          </p:nvPr>
        </p:nvSpPr>
        <p:spPr>
          <a:xfrm>
            <a:off x="410216"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1" name="Text Placeholder 20">
            <a:extLst>
              <a:ext uri="{FF2B5EF4-FFF2-40B4-BE49-F238E27FC236}">
                <a16:creationId xmlns:a16="http://schemas.microsoft.com/office/drawing/2014/main" id="{CBE7498C-4E49-D0AE-9B53-A131799049D8}"/>
              </a:ext>
            </a:extLst>
          </p:cNvPr>
          <p:cNvSpPr>
            <a:spLocks noGrp="1"/>
          </p:cNvSpPr>
          <p:nvPr>
            <p:ph type="body" sz="quarter" idx="61"/>
          </p:nvPr>
        </p:nvSpPr>
        <p:spPr>
          <a:xfrm>
            <a:off x="422053" y="1458967"/>
            <a:ext cx="3632200" cy="230188"/>
          </a:xfrm>
        </p:spPr>
        <p:txBody>
          <a:bodyPr/>
          <a:lstStyle/>
          <a:p>
            <a:pPr lvl="0"/>
            <a:r>
              <a:rPr lang="en-US" dirty="0"/>
              <a:t>Click to edit Master text styles</a:t>
            </a:r>
          </a:p>
        </p:txBody>
      </p:sp>
      <p:sp>
        <p:nvSpPr>
          <p:cNvPr id="42" name="Text Placeholder 20">
            <a:extLst>
              <a:ext uri="{FF2B5EF4-FFF2-40B4-BE49-F238E27FC236}">
                <a16:creationId xmlns:a16="http://schemas.microsoft.com/office/drawing/2014/main" id="{D548FC6B-37BC-0839-F500-F7DCACC036A9}"/>
              </a:ext>
            </a:extLst>
          </p:cNvPr>
          <p:cNvSpPr>
            <a:spLocks noGrp="1"/>
          </p:cNvSpPr>
          <p:nvPr>
            <p:ph type="body" sz="quarter" idx="62"/>
          </p:nvPr>
        </p:nvSpPr>
        <p:spPr>
          <a:xfrm>
            <a:off x="4279900" y="1464927"/>
            <a:ext cx="3632200" cy="230188"/>
          </a:xfrm>
        </p:spPr>
        <p:txBody>
          <a:bodyPr/>
          <a:lstStyle/>
          <a:p>
            <a:pPr lvl="0"/>
            <a:r>
              <a:rPr lang="en-US" dirty="0"/>
              <a:t>Click to edit Master text styles</a:t>
            </a:r>
          </a:p>
        </p:txBody>
      </p:sp>
      <p:sp>
        <p:nvSpPr>
          <p:cNvPr id="43" name="Text Placeholder 20">
            <a:extLst>
              <a:ext uri="{FF2B5EF4-FFF2-40B4-BE49-F238E27FC236}">
                <a16:creationId xmlns:a16="http://schemas.microsoft.com/office/drawing/2014/main" id="{697EC2C2-A911-E2F4-C3C6-ED9F51B00D66}"/>
              </a:ext>
            </a:extLst>
          </p:cNvPr>
          <p:cNvSpPr>
            <a:spLocks noGrp="1"/>
          </p:cNvSpPr>
          <p:nvPr>
            <p:ph type="body" sz="quarter" idx="63"/>
          </p:nvPr>
        </p:nvSpPr>
        <p:spPr>
          <a:xfrm>
            <a:off x="8142288" y="1456191"/>
            <a:ext cx="3632200" cy="230188"/>
          </a:xfrm>
        </p:spPr>
        <p:txBody>
          <a:bodyPr/>
          <a:lstStyle/>
          <a:p>
            <a:pPr lvl="0"/>
            <a:r>
              <a:rPr lang="en-US"/>
              <a:t>Click to edit Master text styles</a:t>
            </a:r>
          </a:p>
        </p:txBody>
      </p:sp>
      <p:sp>
        <p:nvSpPr>
          <p:cNvPr id="6" name="Text Placeholder 5">
            <a:extLst>
              <a:ext uri="{FF2B5EF4-FFF2-40B4-BE49-F238E27FC236}">
                <a16:creationId xmlns:a16="http://schemas.microsoft.com/office/drawing/2014/main" id="{338D7441-C911-22CA-94FF-C7AFCB688937}"/>
              </a:ext>
            </a:extLst>
          </p:cNvPr>
          <p:cNvSpPr>
            <a:spLocks noGrp="1"/>
          </p:cNvSpPr>
          <p:nvPr>
            <p:ph type="body" sz="quarter" idx="42" hasCustomPrompt="1"/>
          </p:nvPr>
        </p:nvSpPr>
        <p:spPr>
          <a:xfrm>
            <a:off x="1342729" y="1767734"/>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3" name="Title 12">
            <a:extLst>
              <a:ext uri="{FF2B5EF4-FFF2-40B4-BE49-F238E27FC236}">
                <a16:creationId xmlns:a16="http://schemas.microsoft.com/office/drawing/2014/main" id="{775EEEE6-FF19-86A6-2126-B965B9890420}"/>
              </a:ext>
            </a:extLst>
          </p:cNvPr>
          <p:cNvSpPr>
            <a:spLocks noGrp="1"/>
          </p:cNvSpPr>
          <p:nvPr>
            <p:ph type="title"/>
          </p:nvPr>
        </p:nvSpPr>
        <p:spPr/>
        <p:txBody>
          <a:bodyPr/>
          <a:lstStyle/>
          <a:p>
            <a:r>
              <a:rPr lang="en-US"/>
              <a:t>Click to edit Master title style</a:t>
            </a:r>
          </a:p>
        </p:txBody>
      </p:sp>
      <p:sp>
        <p:nvSpPr>
          <p:cNvPr id="14" name="Picture Placeholder 11">
            <a:extLst>
              <a:ext uri="{FF2B5EF4-FFF2-40B4-BE49-F238E27FC236}">
                <a16:creationId xmlns:a16="http://schemas.microsoft.com/office/drawing/2014/main" id="{566E52F2-1B2B-AC80-B556-D5CB747E001D}"/>
              </a:ext>
            </a:extLst>
          </p:cNvPr>
          <p:cNvSpPr>
            <a:spLocks noGrp="1"/>
          </p:cNvSpPr>
          <p:nvPr>
            <p:ph type="pic" sz="quarter" idx="64"/>
          </p:nvPr>
        </p:nvSpPr>
        <p:spPr>
          <a:xfrm>
            <a:off x="4281784"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5" name="Text Placeholder 5">
            <a:extLst>
              <a:ext uri="{FF2B5EF4-FFF2-40B4-BE49-F238E27FC236}">
                <a16:creationId xmlns:a16="http://schemas.microsoft.com/office/drawing/2014/main" id="{D9F4B865-D7C1-2FB0-720E-C0FDCC213367}"/>
              </a:ext>
            </a:extLst>
          </p:cNvPr>
          <p:cNvSpPr>
            <a:spLocks noGrp="1"/>
          </p:cNvSpPr>
          <p:nvPr>
            <p:ph type="body" sz="quarter" idx="65" hasCustomPrompt="1"/>
          </p:nvPr>
        </p:nvSpPr>
        <p:spPr>
          <a:xfrm>
            <a:off x="5204561" y="1767734"/>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6" name="Picture Placeholder 11">
            <a:extLst>
              <a:ext uri="{FF2B5EF4-FFF2-40B4-BE49-F238E27FC236}">
                <a16:creationId xmlns:a16="http://schemas.microsoft.com/office/drawing/2014/main" id="{394E0C25-66E7-4B92-871C-B1336910A85D}"/>
              </a:ext>
            </a:extLst>
          </p:cNvPr>
          <p:cNvSpPr>
            <a:spLocks noGrp="1"/>
          </p:cNvSpPr>
          <p:nvPr>
            <p:ph type="pic" sz="quarter" idx="66"/>
          </p:nvPr>
        </p:nvSpPr>
        <p:spPr>
          <a:xfrm>
            <a:off x="8151134" y="1765400"/>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7" name="Text Placeholder 5">
            <a:extLst>
              <a:ext uri="{FF2B5EF4-FFF2-40B4-BE49-F238E27FC236}">
                <a16:creationId xmlns:a16="http://schemas.microsoft.com/office/drawing/2014/main" id="{E921926E-C625-8506-2B1F-123CDF863EA3}"/>
              </a:ext>
            </a:extLst>
          </p:cNvPr>
          <p:cNvSpPr>
            <a:spLocks noGrp="1"/>
          </p:cNvSpPr>
          <p:nvPr>
            <p:ph type="body" sz="quarter" idx="67" hasCustomPrompt="1"/>
          </p:nvPr>
        </p:nvSpPr>
        <p:spPr>
          <a:xfrm>
            <a:off x="9066700" y="1767734"/>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8" name="Picture Placeholder 11">
            <a:extLst>
              <a:ext uri="{FF2B5EF4-FFF2-40B4-BE49-F238E27FC236}">
                <a16:creationId xmlns:a16="http://schemas.microsoft.com/office/drawing/2014/main" id="{A03D04A0-C7CB-F8D6-DCDF-A9C8371A8031}"/>
              </a:ext>
            </a:extLst>
          </p:cNvPr>
          <p:cNvSpPr>
            <a:spLocks noGrp="1"/>
          </p:cNvSpPr>
          <p:nvPr>
            <p:ph type="pic" sz="quarter" idx="68"/>
          </p:nvPr>
        </p:nvSpPr>
        <p:spPr>
          <a:xfrm>
            <a:off x="413221"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8" name="Text Placeholder 5">
            <a:extLst>
              <a:ext uri="{FF2B5EF4-FFF2-40B4-BE49-F238E27FC236}">
                <a16:creationId xmlns:a16="http://schemas.microsoft.com/office/drawing/2014/main" id="{112ABCD8-FB60-FD25-05A3-9A1147CDA23B}"/>
              </a:ext>
            </a:extLst>
          </p:cNvPr>
          <p:cNvSpPr>
            <a:spLocks noGrp="1"/>
          </p:cNvSpPr>
          <p:nvPr>
            <p:ph type="body" sz="quarter" idx="69" hasCustomPrompt="1"/>
          </p:nvPr>
        </p:nvSpPr>
        <p:spPr>
          <a:xfrm>
            <a:off x="1345735" y="2836701"/>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9" name="Picture Placeholder 11">
            <a:extLst>
              <a:ext uri="{FF2B5EF4-FFF2-40B4-BE49-F238E27FC236}">
                <a16:creationId xmlns:a16="http://schemas.microsoft.com/office/drawing/2014/main" id="{AFDD7CC1-C0B3-A253-BAE4-923559C2FB0C}"/>
              </a:ext>
            </a:extLst>
          </p:cNvPr>
          <p:cNvSpPr>
            <a:spLocks noGrp="1"/>
          </p:cNvSpPr>
          <p:nvPr>
            <p:ph type="pic" sz="quarter" idx="70"/>
          </p:nvPr>
        </p:nvSpPr>
        <p:spPr>
          <a:xfrm>
            <a:off x="4284789"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0" name="Text Placeholder 5">
            <a:extLst>
              <a:ext uri="{FF2B5EF4-FFF2-40B4-BE49-F238E27FC236}">
                <a16:creationId xmlns:a16="http://schemas.microsoft.com/office/drawing/2014/main" id="{DFA47045-5809-6C0B-15D3-3F5BB8D4D5A1}"/>
              </a:ext>
            </a:extLst>
          </p:cNvPr>
          <p:cNvSpPr>
            <a:spLocks noGrp="1"/>
          </p:cNvSpPr>
          <p:nvPr>
            <p:ph type="body" sz="quarter" idx="71" hasCustomPrompt="1"/>
          </p:nvPr>
        </p:nvSpPr>
        <p:spPr>
          <a:xfrm>
            <a:off x="5207567" y="2836701"/>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1" name="Picture Placeholder 11">
            <a:extLst>
              <a:ext uri="{FF2B5EF4-FFF2-40B4-BE49-F238E27FC236}">
                <a16:creationId xmlns:a16="http://schemas.microsoft.com/office/drawing/2014/main" id="{11A0416E-4EB6-253D-FD05-15454BB45FA5}"/>
              </a:ext>
            </a:extLst>
          </p:cNvPr>
          <p:cNvSpPr>
            <a:spLocks noGrp="1"/>
          </p:cNvSpPr>
          <p:nvPr>
            <p:ph type="pic" sz="quarter" idx="72"/>
          </p:nvPr>
        </p:nvSpPr>
        <p:spPr>
          <a:xfrm>
            <a:off x="8154140" y="2834367"/>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4" name="Text Placeholder 5">
            <a:extLst>
              <a:ext uri="{FF2B5EF4-FFF2-40B4-BE49-F238E27FC236}">
                <a16:creationId xmlns:a16="http://schemas.microsoft.com/office/drawing/2014/main" id="{56273B95-2354-706D-F7F2-2BD6C792DA7D}"/>
              </a:ext>
            </a:extLst>
          </p:cNvPr>
          <p:cNvSpPr>
            <a:spLocks noGrp="1"/>
          </p:cNvSpPr>
          <p:nvPr>
            <p:ph type="body" sz="quarter" idx="73" hasCustomPrompt="1"/>
          </p:nvPr>
        </p:nvSpPr>
        <p:spPr>
          <a:xfrm>
            <a:off x="9069705" y="2836701"/>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5" name="Picture Placeholder 11">
            <a:extLst>
              <a:ext uri="{FF2B5EF4-FFF2-40B4-BE49-F238E27FC236}">
                <a16:creationId xmlns:a16="http://schemas.microsoft.com/office/drawing/2014/main" id="{C6658E23-D8C1-F16F-F656-515AC8468DD9}"/>
              </a:ext>
            </a:extLst>
          </p:cNvPr>
          <p:cNvSpPr>
            <a:spLocks noGrp="1"/>
          </p:cNvSpPr>
          <p:nvPr>
            <p:ph type="pic" sz="quarter" idx="74"/>
          </p:nvPr>
        </p:nvSpPr>
        <p:spPr>
          <a:xfrm>
            <a:off x="400480"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6" name="Text Placeholder 5">
            <a:extLst>
              <a:ext uri="{FF2B5EF4-FFF2-40B4-BE49-F238E27FC236}">
                <a16:creationId xmlns:a16="http://schemas.microsoft.com/office/drawing/2014/main" id="{CF7DE4F3-3684-4E5B-81EB-62B4DEF53373}"/>
              </a:ext>
            </a:extLst>
          </p:cNvPr>
          <p:cNvSpPr>
            <a:spLocks noGrp="1"/>
          </p:cNvSpPr>
          <p:nvPr>
            <p:ph type="body" sz="quarter" idx="75" hasCustomPrompt="1"/>
          </p:nvPr>
        </p:nvSpPr>
        <p:spPr>
          <a:xfrm>
            <a:off x="1332993" y="3935306"/>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7" name="Picture Placeholder 11">
            <a:extLst>
              <a:ext uri="{FF2B5EF4-FFF2-40B4-BE49-F238E27FC236}">
                <a16:creationId xmlns:a16="http://schemas.microsoft.com/office/drawing/2014/main" id="{22A33362-F85F-2037-F7D8-B1BFF7F67104}"/>
              </a:ext>
            </a:extLst>
          </p:cNvPr>
          <p:cNvSpPr>
            <a:spLocks noGrp="1"/>
          </p:cNvSpPr>
          <p:nvPr>
            <p:ph type="pic" sz="quarter" idx="76"/>
          </p:nvPr>
        </p:nvSpPr>
        <p:spPr>
          <a:xfrm>
            <a:off x="4272048"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8" name="Text Placeholder 5">
            <a:extLst>
              <a:ext uri="{FF2B5EF4-FFF2-40B4-BE49-F238E27FC236}">
                <a16:creationId xmlns:a16="http://schemas.microsoft.com/office/drawing/2014/main" id="{DDC46B99-7E93-060C-14B5-228E908A9C8B}"/>
              </a:ext>
            </a:extLst>
          </p:cNvPr>
          <p:cNvSpPr>
            <a:spLocks noGrp="1"/>
          </p:cNvSpPr>
          <p:nvPr>
            <p:ph type="body" sz="quarter" idx="77" hasCustomPrompt="1"/>
          </p:nvPr>
        </p:nvSpPr>
        <p:spPr>
          <a:xfrm>
            <a:off x="5194825" y="3935306"/>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9" name="Picture Placeholder 11">
            <a:extLst>
              <a:ext uri="{FF2B5EF4-FFF2-40B4-BE49-F238E27FC236}">
                <a16:creationId xmlns:a16="http://schemas.microsoft.com/office/drawing/2014/main" id="{F5194E0D-0FD9-2F6D-BDAD-10D069D1DD02}"/>
              </a:ext>
            </a:extLst>
          </p:cNvPr>
          <p:cNvSpPr>
            <a:spLocks noGrp="1"/>
          </p:cNvSpPr>
          <p:nvPr>
            <p:ph type="pic" sz="quarter" idx="78"/>
          </p:nvPr>
        </p:nvSpPr>
        <p:spPr>
          <a:xfrm>
            <a:off x="8141398" y="3932972"/>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0" name="Text Placeholder 5">
            <a:extLst>
              <a:ext uri="{FF2B5EF4-FFF2-40B4-BE49-F238E27FC236}">
                <a16:creationId xmlns:a16="http://schemas.microsoft.com/office/drawing/2014/main" id="{A9AA4FCE-9B18-0272-C960-92BABFDE1FF2}"/>
              </a:ext>
            </a:extLst>
          </p:cNvPr>
          <p:cNvSpPr>
            <a:spLocks noGrp="1"/>
          </p:cNvSpPr>
          <p:nvPr>
            <p:ph type="body" sz="quarter" idx="79" hasCustomPrompt="1"/>
          </p:nvPr>
        </p:nvSpPr>
        <p:spPr>
          <a:xfrm>
            <a:off x="9056964" y="3935306"/>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1" name="Picture Placeholder 11">
            <a:extLst>
              <a:ext uri="{FF2B5EF4-FFF2-40B4-BE49-F238E27FC236}">
                <a16:creationId xmlns:a16="http://schemas.microsoft.com/office/drawing/2014/main" id="{C6FE43FD-B895-89DA-AAF0-9E31BF6C1208}"/>
              </a:ext>
            </a:extLst>
          </p:cNvPr>
          <p:cNvSpPr>
            <a:spLocks noGrp="1"/>
          </p:cNvSpPr>
          <p:nvPr>
            <p:ph type="pic" sz="quarter" idx="80"/>
          </p:nvPr>
        </p:nvSpPr>
        <p:spPr>
          <a:xfrm>
            <a:off x="410216"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2" name="Text Placeholder 5">
            <a:extLst>
              <a:ext uri="{FF2B5EF4-FFF2-40B4-BE49-F238E27FC236}">
                <a16:creationId xmlns:a16="http://schemas.microsoft.com/office/drawing/2014/main" id="{C469D335-F0EB-3CAE-701B-F180A2280E76}"/>
              </a:ext>
            </a:extLst>
          </p:cNvPr>
          <p:cNvSpPr>
            <a:spLocks noGrp="1"/>
          </p:cNvSpPr>
          <p:nvPr>
            <p:ph type="body" sz="quarter" idx="81" hasCustomPrompt="1"/>
          </p:nvPr>
        </p:nvSpPr>
        <p:spPr>
          <a:xfrm>
            <a:off x="1342729" y="5006607"/>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3" name="Picture Placeholder 11">
            <a:extLst>
              <a:ext uri="{FF2B5EF4-FFF2-40B4-BE49-F238E27FC236}">
                <a16:creationId xmlns:a16="http://schemas.microsoft.com/office/drawing/2014/main" id="{8051CC0C-B714-3007-E4DD-A328CFB7D0C6}"/>
              </a:ext>
            </a:extLst>
          </p:cNvPr>
          <p:cNvSpPr>
            <a:spLocks noGrp="1"/>
          </p:cNvSpPr>
          <p:nvPr>
            <p:ph type="pic" sz="quarter" idx="82"/>
          </p:nvPr>
        </p:nvSpPr>
        <p:spPr>
          <a:xfrm>
            <a:off x="4281784"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4" name="Text Placeholder 5">
            <a:extLst>
              <a:ext uri="{FF2B5EF4-FFF2-40B4-BE49-F238E27FC236}">
                <a16:creationId xmlns:a16="http://schemas.microsoft.com/office/drawing/2014/main" id="{177E8D2D-0DDD-59B9-3241-A9E5FDAA6A45}"/>
              </a:ext>
            </a:extLst>
          </p:cNvPr>
          <p:cNvSpPr>
            <a:spLocks noGrp="1"/>
          </p:cNvSpPr>
          <p:nvPr>
            <p:ph type="body" sz="quarter" idx="83" hasCustomPrompt="1"/>
          </p:nvPr>
        </p:nvSpPr>
        <p:spPr>
          <a:xfrm>
            <a:off x="5204561" y="5006607"/>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5" name="Picture Placeholder 11">
            <a:extLst>
              <a:ext uri="{FF2B5EF4-FFF2-40B4-BE49-F238E27FC236}">
                <a16:creationId xmlns:a16="http://schemas.microsoft.com/office/drawing/2014/main" id="{587EB062-A6DB-8804-A252-7E84B85A3C0F}"/>
              </a:ext>
            </a:extLst>
          </p:cNvPr>
          <p:cNvSpPr>
            <a:spLocks noGrp="1"/>
          </p:cNvSpPr>
          <p:nvPr>
            <p:ph type="pic" sz="quarter" idx="84"/>
          </p:nvPr>
        </p:nvSpPr>
        <p:spPr>
          <a:xfrm>
            <a:off x="8151134" y="5004273"/>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6" name="Text Placeholder 5">
            <a:extLst>
              <a:ext uri="{FF2B5EF4-FFF2-40B4-BE49-F238E27FC236}">
                <a16:creationId xmlns:a16="http://schemas.microsoft.com/office/drawing/2014/main" id="{56A960A7-39CD-0F21-80E2-BEC6D3F79A9B}"/>
              </a:ext>
            </a:extLst>
          </p:cNvPr>
          <p:cNvSpPr>
            <a:spLocks noGrp="1"/>
          </p:cNvSpPr>
          <p:nvPr>
            <p:ph type="body" sz="quarter" idx="85" hasCustomPrompt="1"/>
          </p:nvPr>
        </p:nvSpPr>
        <p:spPr>
          <a:xfrm>
            <a:off x="9066700" y="5006607"/>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993F104F-B207-67B2-DBF2-DD680622D3EC}"/>
              </a:ext>
            </a:extLst>
          </p:cNvPr>
          <p:cNvSpPr>
            <a:spLocks noGrp="1"/>
          </p:cNvSpPr>
          <p:nvPr>
            <p:ph type="body" sz="quarter" idx="31" hasCustomPrompt="1"/>
          </p:nvPr>
        </p:nvSpPr>
        <p:spPr>
          <a:xfrm>
            <a:off x="1501963"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8BEBC399-FB3B-44D1-CB09-0DB8451F1D31}"/>
              </a:ext>
            </a:extLst>
          </p:cNvPr>
          <p:cNvSpPr>
            <a:spLocks noGrp="1"/>
          </p:cNvSpPr>
          <p:nvPr>
            <p:ph type="body" sz="quarter" idx="86" hasCustomPrompt="1"/>
          </p:nvPr>
        </p:nvSpPr>
        <p:spPr>
          <a:xfrm>
            <a:off x="5359881"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9" name="Text Placeholder 2">
            <a:extLst>
              <a:ext uri="{FF2B5EF4-FFF2-40B4-BE49-F238E27FC236}">
                <a16:creationId xmlns:a16="http://schemas.microsoft.com/office/drawing/2014/main" id="{D656AB48-D5F9-3D19-2244-6D2D223D3843}"/>
              </a:ext>
            </a:extLst>
          </p:cNvPr>
          <p:cNvSpPr>
            <a:spLocks noGrp="1"/>
          </p:cNvSpPr>
          <p:nvPr>
            <p:ph type="body" sz="quarter" idx="87" hasCustomPrompt="1"/>
          </p:nvPr>
        </p:nvSpPr>
        <p:spPr>
          <a:xfrm>
            <a:off x="9242341" y="238306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0" name="Text Placeholder 2">
            <a:extLst>
              <a:ext uri="{FF2B5EF4-FFF2-40B4-BE49-F238E27FC236}">
                <a16:creationId xmlns:a16="http://schemas.microsoft.com/office/drawing/2014/main" id="{3AC3A7CE-D616-7A98-F4B7-CBD65DA7E59F}"/>
              </a:ext>
            </a:extLst>
          </p:cNvPr>
          <p:cNvSpPr>
            <a:spLocks noGrp="1"/>
          </p:cNvSpPr>
          <p:nvPr>
            <p:ph type="body" sz="quarter" idx="88" hasCustomPrompt="1"/>
          </p:nvPr>
        </p:nvSpPr>
        <p:spPr>
          <a:xfrm>
            <a:off x="1501963"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1" name="Text Placeholder 2">
            <a:extLst>
              <a:ext uri="{FF2B5EF4-FFF2-40B4-BE49-F238E27FC236}">
                <a16:creationId xmlns:a16="http://schemas.microsoft.com/office/drawing/2014/main" id="{FA41AD46-41D0-FDDB-8D18-4E2881828637}"/>
              </a:ext>
            </a:extLst>
          </p:cNvPr>
          <p:cNvSpPr>
            <a:spLocks noGrp="1"/>
          </p:cNvSpPr>
          <p:nvPr>
            <p:ph type="body" sz="quarter" idx="89" hasCustomPrompt="1"/>
          </p:nvPr>
        </p:nvSpPr>
        <p:spPr>
          <a:xfrm>
            <a:off x="5359881"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9" name="Text Placeholder 2">
            <a:extLst>
              <a:ext uri="{FF2B5EF4-FFF2-40B4-BE49-F238E27FC236}">
                <a16:creationId xmlns:a16="http://schemas.microsoft.com/office/drawing/2014/main" id="{BD202245-4D68-EBE7-EFBF-6F1C06F0AEAC}"/>
              </a:ext>
            </a:extLst>
          </p:cNvPr>
          <p:cNvSpPr>
            <a:spLocks noGrp="1"/>
          </p:cNvSpPr>
          <p:nvPr>
            <p:ph type="body" sz="quarter" idx="90" hasCustomPrompt="1"/>
          </p:nvPr>
        </p:nvSpPr>
        <p:spPr>
          <a:xfrm>
            <a:off x="9242341" y="3455532"/>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D7C654A0-684B-942D-C985-FF7D9E715864}"/>
              </a:ext>
            </a:extLst>
          </p:cNvPr>
          <p:cNvSpPr>
            <a:spLocks noGrp="1"/>
          </p:cNvSpPr>
          <p:nvPr>
            <p:ph type="body" sz="quarter" idx="91" hasCustomPrompt="1"/>
          </p:nvPr>
        </p:nvSpPr>
        <p:spPr>
          <a:xfrm>
            <a:off x="1501963"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2" name="Text Placeholder 2">
            <a:extLst>
              <a:ext uri="{FF2B5EF4-FFF2-40B4-BE49-F238E27FC236}">
                <a16:creationId xmlns:a16="http://schemas.microsoft.com/office/drawing/2014/main" id="{742203A4-F942-870D-774E-1A1332DFD03A}"/>
              </a:ext>
            </a:extLst>
          </p:cNvPr>
          <p:cNvSpPr>
            <a:spLocks noGrp="1"/>
          </p:cNvSpPr>
          <p:nvPr>
            <p:ph type="body" sz="quarter" idx="92" hasCustomPrompt="1"/>
          </p:nvPr>
        </p:nvSpPr>
        <p:spPr>
          <a:xfrm>
            <a:off x="5359881"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3" name="Text Placeholder 2">
            <a:extLst>
              <a:ext uri="{FF2B5EF4-FFF2-40B4-BE49-F238E27FC236}">
                <a16:creationId xmlns:a16="http://schemas.microsoft.com/office/drawing/2014/main" id="{1BA0516E-86EA-ED3C-8141-EC3163279704}"/>
              </a:ext>
            </a:extLst>
          </p:cNvPr>
          <p:cNvSpPr>
            <a:spLocks noGrp="1"/>
          </p:cNvSpPr>
          <p:nvPr>
            <p:ph type="body" sz="quarter" idx="93" hasCustomPrompt="1"/>
          </p:nvPr>
        </p:nvSpPr>
        <p:spPr>
          <a:xfrm>
            <a:off x="9242341" y="455413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66177DDC-D278-1B40-753A-445346A27780}"/>
              </a:ext>
            </a:extLst>
          </p:cNvPr>
          <p:cNvSpPr>
            <a:spLocks noGrp="1"/>
          </p:cNvSpPr>
          <p:nvPr>
            <p:ph type="body" sz="quarter" idx="94" hasCustomPrompt="1"/>
          </p:nvPr>
        </p:nvSpPr>
        <p:spPr>
          <a:xfrm>
            <a:off x="1501963"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B40AADD9-AD70-B1B3-28C3-55B61212FC37}"/>
              </a:ext>
            </a:extLst>
          </p:cNvPr>
          <p:cNvSpPr>
            <a:spLocks noGrp="1"/>
          </p:cNvSpPr>
          <p:nvPr>
            <p:ph type="body" sz="quarter" idx="95" hasCustomPrompt="1"/>
          </p:nvPr>
        </p:nvSpPr>
        <p:spPr>
          <a:xfrm>
            <a:off x="5359881"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BDEC1334-90A6-7BEC-4F30-9362757AC5FD}"/>
              </a:ext>
            </a:extLst>
          </p:cNvPr>
          <p:cNvSpPr>
            <a:spLocks noGrp="1"/>
          </p:cNvSpPr>
          <p:nvPr>
            <p:ph type="body" sz="quarter" idx="96" hasCustomPrompt="1"/>
          </p:nvPr>
        </p:nvSpPr>
        <p:spPr>
          <a:xfrm>
            <a:off x="9242341" y="565141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20366332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V_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00350" y="2095500"/>
            <a:ext cx="8961438" cy="3836988"/>
          </a:xfrm>
        </p:spPr>
        <p:txBody>
          <a:bodyPr numCol="2" spcCol="45720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7" name="Picture Placeholder 7">
            <a:extLst>
              <a:ext uri="{FF2B5EF4-FFF2-40B4-BE49-F238E27FC236}">
                <a16:creationId xmlns:a16="http://schemas.microsoft.com/office/drawing/2014/main" id="{018131B9-2F3E-0A5D-EFA0-CA36A5AD3916}"/>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8">
            <a:extLst>
              <a:ext uri="{FF2B5EF4-FFF2-40B4-BE49-F238E27FC236}">
                <a16:creationId xmlns:a16="http://schemas.microsoft.com/office/drawing/2014/main" id="{CCE2E6D1-601F-1246-FB6C-3CF373774ADE}"/>
              </a:ext>
            </a:extLst>
          </p:cNvPr>
          <p:cNvSpPr>
            <a:spLocks noGrp="1"/>
          </p:cNvSpPr>
          <p:nvPr>
            <p:ph type="body" sz="quarter" idx="28" hasCustomPrompt="1"/>
          </p:nvPr>
        </p:nvSpPr>
        <p:spPr>
          <a:xfrm>
            <a:off x="430395" y="4071533"/>
            <a:ext cx="2127012" cy="1492020"/>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2">
            <a:extLst>
              <a:ext uri="{FF2B5EF4-FFF2-40B4-BE49-F238E27FC236}">
                <a16:creationId xmlns:a16="http://schemas.microsoft.com/office/drawing/2014/main" id="{DC704CBB-04A7-5EFB-4B49-079BF5EE3B11}"/>
              </a:ext>
            </a:extLst>
          </p:cNvPr>
          <p:cNvSpPr>
            <a:spLocks noGrp="1"/>
          </p:cNvSpPr>
          <p:nvPr>
            <p:ph type="body" sz="quarter" idx="31" hasCustomPrompt="1"/>
          </p:nvPr>
        </p:nvSpPr>
        <p:spPr>
          <a:xfrm>
            <a:off x="571196" y="5189221"/>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14" name="Text Placeholder 2">
            <a:extLst>
              <a:ext uri="{FF2B5EF4-FFF2-40B4-BE49-F238E27FC236}">
                <a16:creationId xmlns:a16="http://schemas.microsoft.com/office/drawing/2014/main" id="{49B50691-3E88-0250-17E3-E99F608BC3B6}"/>
              </a:ext>
            </a:extLst>
          </p:cNvPr>
          <p:cNvSpPr>
            <a:spLocks noGrp="1"/>
          </p:cNvSpPr>
          <p:nvPr>
            <p:ph type="body" sz="quarter" idx="32" hasCustomPrompt="1"/>
          </p:nvPr>
        </p:nvSpPr>
        <p:spPr>
          <a:xfrm>
            <a:off x="571196" y="5034916"/>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email</a:t>
            </a:r>
          </a:p>
        </p:txBody>
      </p:sp>
    </p:spTree>
    <p:extLst>
      <p:ext uri="{BB962C8B-B14F-4D97-AF65-F5344CB8AC3E}">
        <p14:creationId xmlns:p14="http://schemas.microsoft.com/office/powerpoint/2010/main" val="1515416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V_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17494" y="2095500"/>
            <a:ext cx="3159443"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15" name="Text Placeholder 11">
            <a:extLst>
              <a:ext uri="{FF2B5EF4-FFF2-40B4-BE49-F238E27FC236}">
                <a16:creationId xmlns:a16="http://schemas.microsoft.com/office/drawing/2014/main" id="{A2C4840C-A23D-6605-C36E-92E5C86A5C00}"/>
              </a:ext>
            </a:extLst>
          </p:cNvPr>
          <p:cNvSpPr>
            <a:spLocks noGrp="1"/>
          </p:cNvSpPr>
          <p:nvPr>
            <p:ph type="body" sz="quarter" idx="29" hasCustomPrompt="1"/>
          </p:nvPr>
        </p:nvSpPr>
        <p:spPr>
          <a:xfrm>
            <a:off x="8621078" y="2095500"/>
            <a:ext cx="3132374"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9" name="Picture Placeholder 7">
            <a:extLst>
              <a:ext uri="{FF2B5EF4-FFF2-40B4-BE49-F238E27FC236}">
                <a16:creationId xmlns:a16="http://schemas.microsoft.com/office/drawing/2014/main" id="{DEC0793E-73F3-F56C-FF1B-3D38836743C8}"/>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0" name="Text Placeholder 8">
            <a:extLst>
              <a:ext uri="{FF2B5EF4-FFF2-40B4-BE49-F238E27FC236}">
                <a16:creationId xmlns:a16="http://schemas.microsoft.com/office/drawing/2014/main" id="{D1191502-C042-3C1A-09E2-AF12895C6029}"/>
              </a:ext>
            </a:extLst>
          </p:cNvPr>
          <p:cNvSpPr>
            <a:spLocks noGrp="1"/>
          </p:cNvSpPr>
          <p:nvPr>
            <p:ph type="body" sz="quarter" idx="28" hasCustomPrompt="1"/>
          </p:nvPr>
        </p:nvSpPr>
        <p:spPr>
          <a:xfrm>
            <a:off x="43039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4" name="Picture Placeholder 7">
            <a:extLst>
              <a:ext uri="{FF2B5EF4-FFF2-40B4-BE49-F238E27FC236}">
                <a16:creationId xmlns:a16="http://schemas.microsoft.com/office/drawing/2014/main" id="{337F67B0-8EA3-D7CB-6FDC-BCA79A84FA3C}"/>
              </a:ext>
            </a:extLst>
          </p:cNvPr>
          <p:cNvSpPr>
            <a:spLocks noGrp="1"/>
          </p:cNvSpPr>
          <p:nvPr>
            <p:ph type="pic" sz="quarter" idx="33"/>
          </p:nvPr>
        </p:nvSpPr>
        <p:spPr>
          <a:xfrm>
            <a:off x="621347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Text Placeholder 8">
            <a:extLst>
              <a:ext uri="{FF2B5EF4-FFF2-40B4-BE49-F238E27FC236}">
                <a16:creationId xmlns:a16="http://schemas.microsoft.com/office/drawing/2014/main" id="{AB2BB312-A345-775A-34D6-648CCC46678D}"/>
              </a:ext>
            </a:extLst>
          </p:cNvPr>
          <p:cNvSpPr>
            <a:spLocks noGrp="1"/>
          </p:cNvSpPr>
          <p:nvPr>
            <p:ph type="body" sz="quarter" idx="34" hasCustomPrompt="1"/>
          </p:nvPr>
        </p:nvSpPr>
        <p:spPr>
          <a:xfrm>
            <a:off x="621524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1">
                <a:solidFill>
                  <a:schemeClr val="tx1"/>
                </a:solidFill>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2DEEDEBA-82EB-8823-01E4-DE740B9A540B}"/>
              </a:ext>
            </a:extLst>
          </p:cNvPr>
          <p:cNvSpPr>
            <a:spLocks noGrp="1"/>
          </p:cNvSpPr>
          <p:nvPr>
            <p:ph type="body" sz="quarter" idx="31" hasCustomPrompt="1"/>
          </p:nvPr>
        </p:nvSpPr>
        <p:spPr>
          <a:xfrm>
            <a:off x="551225" y="5130535"/>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EA21A64A-E1B2-EACF-3CD3-B2C4FFEA66F6}"/>
              </a:ext>
            </a:extLst>
          </p:cNvPr>
          <p:cNvSpPr>
            <a:spLocks noGrp="1"/>
          </p:cNvSpPr>
          <p:nvPr>
            <p:ph type="body" sz="quarter" idx="36" hasCustomPrompt="1"/>
          </p:nvPr>
        </p:nvSpPr>
        <p:spPr>
          <a:xfrm>
            <a:off x="551225" y="4969807"/>
            <a:ext cx="1849112" cy="142289"/>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
        <p:nvSpPr>
          <p:cNvPr id="23" name="Text Placeholder 2">
            <a:extLst>
              <a:ext uri="{FF2B5EF4-FFF2-40B4-BE49-F238E27FC236}">
                <a16:creationId xmlns:a16="http://schemas.microsoft.com/office/drawing/2014/main" id="{76F6B9DC-9D10-F696-3B99-5E4EBF694028}"/>
              </a:ext>
            </a:extLst>
          </p:cNvPr>
          <p:cNvSpPr>
            <a:spLocks noGrp="1"/>
          </p:cNvSpPr>
          <p:nvPr>
            <p:ph type="body" sz="quarter" idx="37" hasCustomPrompt="1"/>
          </p:nvPr>
        </p:nvSpPr>
        <p:spPr>
          <a:xfrm>
            <a:off x="6346789" y="5124697"/>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E7979788-DA7B-E5DF-5EE8-D5E98F011612}"/>
              </a:ext>
            </a:extLst>
          </p:cNvPr>
          <p:cNvSpPr>
            <a:spLocks noGrp="1"/>
          </p:cNvSpPr>
          <p:nvPr>
            <p:ph type="body" sz="quarter" idx="38" hasCustomPrompt="1"/>
          </p:nvPr>
        </p:nvSpPr>
        <p:spPr>
          <a:xfrm>
            <a:off x="6346789" y="4970392"/>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Tree>
    <p:extLst>
      <p:ext uri="{BB962C8B-B14F-4D97-AF65-F5344CB8AC3E}">
        <p14:creationId xmlns:p14="http://schemas.microsoft.com/office/powerpoint/2010/main" val="145855446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V_Detaile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17" name="Text Placeholder 14">
            <a:extLst>
              <a:ext uri="{FF2B5EF4-FFF2-40B4-BE49-F238E27FC236}">
                <a16:creationId xmlns:a16="http://schemas.microsoft.com/office/drawing/2014/main" id="{589EBE6E-EA16-0515-B2E0-9FF0D17F29B6}"/>
              </a:ext>
            </a:extLst>
          </p:cNvPr>
          <p:cNvSpPr>
            <a:spLocks noGrp="1"/>
          </p:cNvSpPr>
          <p:nvPr>
            <p:ph type="body" sz="quarter" idx="56" hasCustomPrompt="1"/>
          </p:nvPr>
        </p:nvSpPr>
        <p:spPr>
          <a:xfrm>
            <a:off x="4286250" y="795578"/>
            <a:ext cx="7476066" cy="1134341"/>
          </a:xfrm>
        </p:spPr>
        <p:txBody>
          <a:bodyPr/>
          <a:lstStyle>
            <a:lvl1pPr>
              <a:lnSpc>
                <a:spcPct val="120000"/>
              </a:lnSpc>
              <a:spcBef>
                <a:spcPts val="0"/>
              </a:spcBef>
              <a:spcAft>
                <a:spcPts val="400"/>
              </a:spcAft>
              <a:defRPr sz="800">
                <a:solidFill>
                  <a:schemeClr val="tx1"/>
                </a:solidFill>
                <a:latin typeface="+mn-lt"/>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4260814" y="2014499"/>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852336" y="2019301"/>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435799" y="2009917"/>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2279912" y="75032"/>
            <a:ext cx="1041869" cy="2494559"/>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2339975"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224455727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V_Detailed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3829332" y="818242"/>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552299" y="801376"/>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312106" y="801376"/>
            <a:ext cx="2449682" cy="5093647"/>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1961776" y="393168"/>
            <a:ext cx="1041869" cy="1858288"/>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1667933"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132200974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ase study">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a:xfrm>
            <a:off x="404641" y="1270418"/>
            <a:ext cx="5573886" cy="253114"/>
          </a:xfrm>
        </p:spPr>
        <p:txBody>
          <a:bodyPr/>
          <a:lstStyle>
            <a:lvl1pPr>
              <a:defRPr sz="1400"/>
            </a:lvl1p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30213" y="1707956"/>
            <a:ext cx="5430941" cy="4769043"/>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Picture Placeholder 9">
            <a:extLst>
              <a:ext uri="{FF2B5EF4-FFF2-40B4-BE49-F238E27FC236}">
                <a16:creationId xmlns:a16="http://schemas.microsoft.com/office/drawing/2014/main" id="{C687B58C-03F1-9392-CA41-C4C3F4721A2C}"/>
              </a:ext>
            </a:extLst>
          </p:cNvPr>
          <p:cNvSpPr>
            <a:spLocks noGrp="1"/>
          </p:cNvSpPr>
          <p:nvPr>
            <p:ph type="pic" sz="quarter" idx="14"/>
          </p:nvPr>
        </p:nvSpPr>
        <p:spPr>
          <a:xfrm>
            <a:off x="428625" y="800099"/>
            <a:ext cx="1928813" cy="417102"/>
          </a:xfrm>
        </p:spPr>
        <p:txBody>
          <a:bodyPr/>
          <a:lstStyle/>
          <a:p>
            <a:endParaRPr lang="en-US"/>
          </a:p>
        </p:txBody>
      </p:sp>
      <p:sp>
        <p:nvSpPr>
          <p:cNvPr id="11" name="Content Placeholder 2">
            <a:extLst>
              <a:ext uri="{FF2B5EF4-FFF2-40B4-BE49-F238E27FC236}">
                <a16:creationId xmlns:a16="http://schemas.microsoft.com/office/drawing/2014/main" id="{DE782376-FAD3-E34D-9178-105A7BE9AF00}"/>
              </a:ext>
            </a:extLst>
          </p:cNvPr>
          <p:cNvSpPr>
            <a:spLocks noGrp="1"/>
          </p:cNvSpPr>
          <p:nvPr>
            <p:ph sz="half" idx="15" hasCustomPrompt="1"/>
          </p:nvPr>
        </p:nvSpPr>
        <p:spPr>
          <a:xfrm>
            <a:off x="6219378" y="1707956"/>
            <a:ext cx="5548313" cy="4769044"/>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spcAft>
                <a:spcPts val="0"/>
              </a:spcAft>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704627764"/>
      </p:ext>
    </p:extLst>
  </p:cSld>
  <p:clrMapOvr>
    <a:masterClrMapping/>
  </p:clrMapOvr>
  <p:transition>
    <p:fade/>
  </p:transition>
  <p:extLst>
    <p:ext uri="{DCECCB84-F9BA-43D5-87BE-67443E8EF086}">
      <p15:sldGuideLst xmlns:p15="http://schemas.microsoft.com/office/powerpoint/2012/main">
        <p15:guide id="1" orient="horz" pos="50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arge-Text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5"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
        <p:nvSpPr>
          <p:cNvPr id="9" name="Text Placeholder 8">
            <a:extLst>
              <a:ext uri="{FF2B5EF4-FFF2-40B4-BE49-F238E27FC236}">
                <a16:creationId xmlns:a16="http://schemas.microsoft.com/office/drawing/2014/main" id="{1BB0583E-925F-0E28-011D-C5CB737A58E8}"/>
              </a:ext>
            </a:extLst>
          </p:cNvPr>
          <p:cNvSpPr>
            <a:spLocks noGrp="1"/>
          </p:cNvSpPr>
          <p:nvPr>
            <p:ph type="body" sz="quarter" idx="14" hasCustomPrompt="1"/>
          </p:nvPr>
        </p:nvSpPr>
        <p:spPr>
          <a:xfrm>
            <a:off x="10512461" y="283477"/>
            <a:ext cx="1249326" cy="217968"/>
          </a:xfrm>
        </p:spPr>
        <p:txBody>
          <a:bodyPr anchor="b" anchorCtr="0"/>
          <a:lstStyle>
            <a:lvl1pPr algn="r">
              <a:defRPr sz="800"/>
            </a:lvl1pPr>
          </a:lstStyle>
          <a:p>
            <a:pPr lvl="0"/>
            <a:r>
              <a:rPr lang="en-US" dirty="0"/>
              <a:t>Confidential © Sia</a:t>
            </a:r>
          </a:p>
        </p:txBody>
      </p:sp>
    </p:spTree>
    <p:extLst>
      <p:ext uri="{BB962C8B-B14F-4D97-AF65-F5344CB8AC3E}">
        <p14:creationId xmlns:p14="http://schemas.microsoft.com/office/powerpoint/2010/main" val="17754323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arge-Text_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4" y="2018772"/>
            <a:ext cx="5548313" cy="445823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4" y="2018771"/>
            <a:ext cx="5548313" cy="4458229"/>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400869506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308535401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F303-2418-8A90-1F62-39E2D250DC51}"/>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90987D4B-94EB-783D-B336-26830EC6D0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3840E4-5C58-AC3A-77AA-F9B3E6C7B19B}"/>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1894179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3774504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arge Titl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9B82-4549-D840-E57A-60762497628D}"/>
              </a:ext>
            </a:extLst>
          </p:cNvPr>
          <p:cNvSpPr>
            <a:spLocks noGrp="1"/>
          </p:cNvSpPr>
          <p:nvPr>
            <p:ph type="title"/>
          </p:nvPr>
        </p:nvSpPr>
        <p:spPr>
          <a:xfrm>
            <a:off x="370669" y="894074"/>
            <a:ext cx="3915581" cy="2402918"/>
          </a:xfrm>
        </p:spPr>
        <p:txBody>
          <a:bodyPr/>
          <a:lstStyle>
            <a:lvl1pPr>
              <a:lnSpc>
                <a:spcPct val="83000"/>
              </a:lnSpc>
              <a:defRPr sz="5800" spc="-300" baseline="0"/>
            </a:lvl1pPr>
          </a:lstStyle>
          <a:p>
            <a:r>
              <a:rPr lang="en-US" dirty="0"/>
              <a:t>Click to edit Master title style</a:t>
            </a:r>
          </a:p>
        </p:txBody>
      </p:sp>
      <p:sp>
        <p:nvSpPr>
          <p:cNvPr id="3" name="Footer Placeholder 2">
            <a:extLst>
              <a:ext uri="{FF2B5EF4-FFF2-40B4-BE49-F238E27FC236}">
                <a16:creationId xmlns:a16="http://schemas.microsoft.com/office/drawing/2014/main" id="{F8B064E3-ED49-F066-CD07-FF619808461C}"/>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D2D7014-22DF-90E3-CD22-D5ECAD9C5067}"/>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D07D3A50-E418-269B-04B9-EEC8DFFBE610}"/>
              </a:ext>
            </a:extLst>
          </p:cNvPr>
          <p:cNvSpPr>
            <a:spLocks noGrp="1"/>
          </p:cNvSpPr>
          <p:nvPr>
            <p:ph type="body" sz="quarter" idx="12"/>
          </p:nvPr>
        </p:nvSpPr>
        <p:spPr>
          <a:xfrm>
            <a:off x="428625" y="3529146"/>
            <a:ext cx="3662362" cy="1203839"/>
          </a:xfrm>
        </p:spPr>
        <p:txBody>
          <a:bodyPr/>
          <a:lstStyle>
            <a:lvl1pPr>
              <a:defRPr sz="900"/>
            </a:lvl1pPr>
          </a:lstStyle>
          <a:p>
            <a:pPr lvl="0"/>
            <a:r>
              <a:rPr lang="en-US" dirty="0"/>
              <a:t>Click to edit Master text styles</a:t>
            </a:r>
          </a:p>
        </p:txBody>
      </p:sp>
      <p:sp>
        <p:nvSpPr>
          <p:cNvPr id="10" name="Content Placeholder 9">
            <a:extLst>
              <a:ext uri="{FF2B5EF4-FFF2-40B4-BE49-F238E27FC236}">
                <a16:creationId xmlns:a16="http://schemas.microsoft.com/office/drawing/2014/main" id="{350ED51D-B6BF-5FDB-0F4B-811283DA90F9}"/>
              </a:ext>
            </a:extLst>
          </p:cNvPr>
          <p:cNvSpPr>
            <a:spLocks noGrp="1"/>
          </p:cNvSpPr>
          <p:nvPr>
            <p:ph sz="quarter" idx="13"/>
          </p:nvPr>
        </p:nvSpPr>
        <p:spPr>
          <a:xfrm>
            <a:off x="4689508" y="431801"/>
            <a:ext cx="7072280" cy="604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544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ext, BG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1031-F005-9006-111D-6F135A8A4C72}"/>
              </a:ext>
            </a:extLst>
          </p:cNvPr>
          <p:cNvSpPr>
            <a:spLocks noGrp="1"/>
          </p:cNvSpPr>
          <p:nvPr>
            <p:ph type="title" hasCustomPrompt="1"/>
          </p:nvPr>
        </p:nvSpPr>
        <p:spPr>
          <a:xfrm>
            <a:off x="428626" y="871538"/>
            <a:ext cx="6095652" cy="429980"/>
          </a:xfrm>
        </p:spPr>
        <p:txBody>
          <a:bodyPr/>
          <a:lstStyle/>
          <a:p>
            <a:r>
              <a:rPr lang="en-US" dirty="0"/>
              <a:t>Main-title, click to edit</a:t>
            </a:r>
          </a:p>
        </p:txBody>
      </p:sp>
      <p:sp>
        <p:nvSpPr>
          <p:cNvPr id="3" name="Footer Placeholder 2">
            <a:extLst>
              <a:ext uri="{FF2B5EF4-FFF2-40B4-BE49-F238E27FC236}">
                <a16:creationId xmlns:a16="http://schemas.microsoft.com/office/drawing/2014/main" id="{B0B9A6E1-2496-86F3-34FC-BC2E9342B70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E567A6F-5E5D-1219-852D-7ACE4BF9CDB3}"/>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7C158440-44EE-5104-A936-661E7DE6F18C}"/>
              </a:ext>
            </a:extLst>
          </p:cNvPr>
          <p:cNvSpPr>
            <a:spLocks noGrp="1"/>
          </p:cNvSpPr>
          <p:nvPr>
            <p:ph type="body" sz="quarter" idx="12" hasCustomPrompt="1"/>
          </p:nvPr>
        </p:nvSpPr>
        <p:spPr>
          <a:xfrm>
            <a:off x="428626" y="1469417"/>
            <a:ext cx="4766521" cy="554258"/>
          </a:xfrm>
        </p:spPr>
        <p:txBody>
          <a:bodyPr/>
          <a:lstStyle>
            <a:lvl1pPr>
              <a:defRPr sz="1200">
                <a:solidFill>
                  <a:srgbClr val="455669"/>
                </a:solidFill>
              </a:defRPr>
            </a:lvl1pPr>
          </a:lstStyle>
          <a:p>
            <a:pPr lvl="0"/>
            <a:r>
              <a:rPr lang="en-US" dirty="0"/>
              <a:t>Sub-title, click to edit Master text styles</a:t>
            </a:r>
          </a:p>
        </p:txBody>
      </p:sp>
      <p:sp>
        <p:nvSpPr>
          <p:cNvPr id="10" name="Text Placeholder 9">
            <a:extLst>
              <a:ext uri="{FF2B5EF4-FFF2-40B4-BE49-F238E27FC236}">
                <a16:creationId xmlns:a16="http://schemas.microsoft.com/office/drawing/2014/main" id="{5C2F71FB-3902-816A-900A-6724AF33734E}"/>
              </a:ext>
            </a:extLst>
          </p:cNvPr>
          <p:cNvSpPr>
            <a:spLocks noGrp="1"/>
          </p:cNvSpPr>
          <p:nvPr>
            <p:ph type="body" sz="quarter" idx="13" hasCustomPrompt="1"/>
          </p:nvPr>
        </p:nvSpPr>
        <p:spPr>
          <a:xfrm>
            <a:off x="428625" y="2380344"/>
            <a:ext cx="4766522" cy="406400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2"/>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643813758"/>
      </p:ext>
    </p:extLst>
  </p:cSld>
  <p:clrMapOvr>
    <a:masterClrMapping/>
  </p:clrMapOvr>
  <p:extLst>
    <p:ext uri="{DCECCB84-F9BA-43D5-87BE-67443E8EF086}">
      <p15:sldGuideLst xmlns:p15="http://schemas.microsoft.com/office/powerpoint/2012/main">
        <p15:guide id="1" orient="horz" pos="151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Funnel-Down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16FE-A755-F428-EAE9-F03001B7B6D4}"/>
              </a:ext>
            </a:extLst>
          </p:cNvPr>
          <p:cNvSpPr>
            <a:spLocks noGrp="1"/>
          </p:cNvSpPr>
          <p:nvPr>
            <p:ph type="title" hasCustomPrompt="1"/>
          </p:nvPr>
        </p:nvSpPr>
        <p:spPr>
          <a:xfrm>
            <a:off x="428626" y="1218709"/>
            <a:ext cx="5173486" cy="649605"/>
          </a:xfrm>
        </p:spPr>
        <p:txBody>
          <a:bodyPr anchor="b" anchorCtr="0"/>
          <a:lstStyle/>
          <a:p>
            <a:r>
              <a:rPr lang="en-US" dirty="0"/>
              <a:t>Main-title, click to edit</a:t>
            </a:r>
          </a:p>
        </p:txBody>
      </p:sp>
      <p:sp>
        <p:nvSpPr>
          <p:cNvPr id="4" name="Footer Placeholder 3">
            <a:extLst>
              <a:ext uri="{FF2B5EF4-FFF2-40B4-BE49-F238E27FC236}">
                <a16:creationId xmlns:a16="http://schemas.microsoft.com/office/drawing/2014/main" id="{5D96C6D2-7E1D-1E11-A6A1-BCD157D819B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266D84-4439-63A4-F02D-D32265B006B0}"/>
              </a:ext>
            </a:extLst>
          </p:cNvPr>
          <p:cNvSpPr>
            <a:spLocks noGrp="1"/>
          </p:cNvSpPr>
          <p:nvPr>
            <p:ph type="sldNum" sz="quarter" idx="12"/>
          </p:nvPr>
        </p:nvSpPr>
        <p:spPr/>
        <p:txBody>
          <a:bodyPr/>
          <a:lstStyle/>
          <a:p>
            <a:fld id="{AEAD572E-2F50-43BC-A5A3-42ECFACCA1CC}" type="slidenum">
              <a:rPr lang="en-US" smtClean="0"/>
              <a:pPr/>
              <a:t>‹N°›</a:t>
            </a:fld>
            <a:endParaRPr lang="en-US" dirty="0"/>
          </a:p>
        </p:txBody>
      </p:sp>
      <p:sp>
        <p:nvSpPr>
          <p:cNvPr id="7" name="Text Placeholder 9">
            <a:extLst>
              <a:ext uri="{FF2B5EF4-FFF2-40B4-BE49-F238E27FC236}">
                <a16:creationId xmlns:a16="http://schemas.microsoft.com/office/drawing/2014/main" id="{0E6BB3CA-E609-7189-68C8-6F522973E108}"/>
              </a:ext>
            </a:extLst>
          </p:cNvPr>
          <p:cNvSpPr>
            <a:spLocks noGrp="1"/>
          </p:cNvSpPr>
          <p:nvPr>
            <p:ph type="body" sz="quarter" idx="21" hasCustomPrompt="1"/>
          </p:nvPr>
        </p:nvSpPr>
        <p:spPr>
          <a:xfrm>
            <a:off x="428626" y="2330641"/>
            <a:ext cx="5173486" cy="386388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3"/>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8707281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Gradient 2,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Text Placeholder 7">
            <a:extLst>
              <a:ext uri="{FF2B5EF4-FFF2-40B4-BE49-F238E27FC236}">
                <a16:creationId xmlns:a16="http://schemas.microsoft.com/office/drawing/2014/main" id="{D0BAA8F8-33BD-A9E5-8E97-F456DBE9B108}"/>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2065218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26" Type="http://schemas.openxmlformats.org/officeDocument/2006/relationships/image" Target="../media/image1.png"/><Relationship Id="rId27" Type="http://schemas.openxmlformats.org/officeDocument/2006/relationships/image" Target="../media/image2.png"/><Relationship Id="rId28" Type="http://schemas.openxmlformats.org/officeDocument/2006/relationships/image" Target="../media/image3.png"/><Relationship Id="rId29"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slideLayout" Target="../slideLayouts/slideLayout52.xml"/><Relationship Id="rId29" Type="http://schemas.openxmlformats.org/officeDocument/2006/relationships/slideLayout" Target="../slideLayouts/slideLayout53.xml"/><Relationship Id="rId30" Type="http://schemas.openxmlformats.org/officeDocument/2006/relationships/slideLayout" Target="../slideLayouts/slideLayout54.xml"/><Relationship Id="rId31" Type="http://schemas.openxmlformats.org/officeDocument/2006/relationships/slideLayout" Target="../slideLayouts/slideLayout55.xml"/><Relationship Id="rId32" Type="http://schemas.openxmlformats.org/officeDocument/2006/relationships/slideLayout" Target="../slideLayouts/slideLayout56.xml"/><Relationship Id="rId33" Type="http://schemas.openxmlformats.org/officeDocument/2006/relationships/slideLayout" Target="../slideLayouts/slideLayout57.xml"/><Relationship Id="rId34" Type="http://schemas.openxmlformats.org/officeDocument/2006/relationships/theme" Target="../theme/theme2.xml"/><Relationship Id="rId35" Type="http://schemas.openxmlformats.org/officeDocument/2006/relationships/image" Target="../media/image1.png"/><Relationship Id="rId36" Type="http://schemas.openxmlformats.org/officeDocument/2006/relationships/image" Target="../media/image2.png"/><Relationship Id="rId37" Type="http://schemas.openxmlformats.org/officeDocument/2006/relationships/image" Target="../media/image3.png"/><Relationship Id="rId38"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theme" Target="../theme/theme3.xml"/><Relationship Id="rId11" Type="http://schemas.openxmlformats.org/officeDocument/2006/relationships/image" Target="../media/image38.jpg"/><Relationship Id="rId12" Type="http://schemas.openxmlformats.org/officeDocument/2006/relationships/image" Target="../media/image39.png"/><Relationship Id="rId13" Type="http://schemas.openxmlformats.org/officeDocument/2006/relationships/image" Target="../media/image17.png"/><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1538"/>
            <a:ext cx="11333163" cy="652462"/>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6"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7" name="Straight Connector 6">
            <a:extLst>
              <a:ext uri="{FF2B5EF4-FFF2-40B4-BE49-F238E27FC236}">
                <a16:creationId xmlns:a16="http://schemas.microsoft.com/office/drawing/2014/main" id="{C90C248E-CF7A-5FD3-CFB7-6A8937EDAE4E}"/>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0AD01C93-BA95-2FB0-E207-E26AB491A15F}"/>
              </a:ext>
            </a:extLst>
          </p:cNvPr>
          <p:cNvGrpSpPr/>
          <p:nvPr userDrawn="1"/>
        </p:nvGrpSpPr>
        <p:grpSpPr>
          <a:xfrm>
            <a:off x="-1942887" y="824973"/>
            <a:ext cx="1809017" cy="5003036"/>
            <a:chOff x="-1942887" y="824973"/>
            <a:chExt cx="1809017" cy="5003036"/>
          </a:xfrm>
        </p:grpSpPr>
        <p:grpSp>
          <p:nvGrpSpPr>
            <p:cNvPr id="9" name="Group 8">
              <a:extLst>
                <a:ext uri="{FF2B5EF4-FFF2-40B4-BE49-F238E27FC236}">
                  <a16:creationId xmlns:a16="http://schemas.microsoft.com/office/drawing/2014/main" id="{8975D1DB-B13C-1D98-4B82-3AC661F657DC}"/>
                </a:ext>
              </a:extLst>
            </p:cNvPr>
            <p:cNvGrpSpPr/>
            <p:nvPr userDrawn="1"/>
          </p:nvGrpSpPr>
          <p:grpSpPr>
            <a:xfrm>
              <a:off x="-1942887" y="824973"/>
              <a:ext cx="1809017" cy="5003036"/>
              <a:chOff x="-1942887" y="824973"/>
              <a:chExt cx="1809017" cy="5003036"/>
            </a:xfrm>
          </p:grpSpPr>
          <p:sp>
            <p:nvSpPr>
              <p:cNvPr id="19" name="TextBox 18">
                <a:extLst>
                  <a:ext uri="{FF2B5EF4-FFF2-40B4-BE49-F238E27FC236}">
                    <a16:creationId xmlns:a16="http://schemas.microsoft.com/office/drawing/2014/main" id="{9E364080-6EB2-C145-8E73-DF2EE7C30C59}"/>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21" name="Group 20">
                <a:extLst>
                  <a:ext uri="{FF2B5EF4-FFF2-40B4-BE49-F238E27FC236}">
                    <a16:creationId xmlns:a16="http://schemas.microsoft.com/office/drawing/2014/main" id="{CE937C85-BB9B-3DCE-947F-A4347F2FDCD2}"/>
                  </a:ext>
                </a:extLst>
              </p:cNvPr>
              <p:cNvGrpSpPr/>
              <p:nvPr userDrawn="1"/>
            </p:nvGrpSpPr>
            <p:grpSpPr>
              <a:xfrm>
                <a:off x="-1902926" y="2096267"/>
                <a:ext cx="1568112" cy="292115"/>
                <a:chOff x="-1912002" y="1751379"/>
                <a:chExt cx="1568112" cy="292115"/>
              </a:xfrm>
            </p:grpSpPr>
            <p:sp>
              <p:nvSpPr>
                <p:cNvPr id="26" name="TextBox 25">
                  <a:extLst>
                    <a:ext uri="{FF2B5EF4-FFF2-40B4-BE49-F238E27FC236}">
                      <a16:creationId xmlns:a16="http://schemas.microsoft.com/office/drawing/2014/main" id="{DF29CD15-510C-2A5E-384B-C27FA366BD6F}"/>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27" name="TextBox 26">
                  <a:extLst>
                    <a:ext uri="{FF2B5EF4-FFF2-40B4-BE49-F238E27FC236}">
                      <a16:creationId xmlns:a16="http://schemas.microsoft.com/office/drawing/2014/main" id="{5F8D22F8-9C4F-823F-128B-E86B27603202}"/>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28" name="Group 27">
                  <a:extLst>
                    <a:ext uri="{FF2B5EF4-FFF2-40B4-BE49-F238E27FC236}">
                      <a16:creationId xmlns:a16="http://schemas.microsoft.com/office/drawing/2014/main" id="{4D3E3574-BF2F-E025-111F-3A34DFF4C2C1}"/>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694F95A5-0F25-B394-2E24-089F56089081}"/>
                      </a:ext>
                    </a:extLst>
                  </p:cNvPr>
                  <p:cNvPicPr>
                    <a:picLocks noChangeAspect="1"/>
                  </p:cNvPicPr>
                  <p:nvPr userDrawn="1"/>
                </p:nvPicPr>
                <p:blipFill rotWithShape="1">
                  <a:blip r:embed="rId26"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6B8EDFBF-DAAD-45E9-A439-8E59EF63FE45}"/>
                      </a:ext>
                    </a:extLst>
                  </p:cNvPr>
                  <p:cNvPicPr>
                    <a:picLocks noChangeAspect="1"/>
                  </p:cNvPicPr>
                  <p:nvPr userDrawn="1"/>
                </p:nvPicPr>
                <p:blipFill rotWithShape="1">
                  <a:blip r:embed="rId27"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11" name="Group 10">
              <a:extLst>
                <a:ext uri="{FF2B5EF4-FFF2-40B4-BE49-F238E27FC236}">
                  <a16:creationId xmlns:a16="http://schemas.microsoft.com/office/drawing/2014/main" id="{1CA17A3A-A04C-F9E9-2DFF-D75EB8B43131}"/>
                </a:ext>
              </a:extLst>
            </p:cNvPr>
            <p:cNvGrpSpPr/>
            <p:nvPr userDrawn="1"/>
          </p:nvGrpSpPr>
          <p:grpSpPr>
            <a:xfrm>
              <a:off x="-1845679" y="4502985"/>
              <a:ext cx="1070142" cy="697456"/>
              <a:chOff x="-1857928" y="4366913"/>
              <a:chExt cx="1070142" cy="697456"/>
            </a:xfrm>
          </p:grpSpPr>
          <p:pic>
            <p:nvPicPr>
              <p:cNvPr id="12" name="Picture 11">
                <a:extLst>
                  <a:ext uri="{FF2B5EF4-FFF2-40B4-BE49-F238E27FC236}">
                    <a16:creationId xmlns:a16="http://schemas.microsoft.com/office/drawing/2014/main" id="{990685AC-F68D-CB76-5BA8-0D1AC98D37D0}"/>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3" name="Rectangle: Rounded Corners 12">
                <a:extLst>
                  <a:ext uri="{FF2B5EF4-FFF2-40B4-BE49-F238E27FC236}">
                    <a16:creationId xmlns:a16="http://schemas.microsoft.com/office/drawing/2014/main" id="{E2000C15-E73B-7888-43BF-088D6DAB147E}"/>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0" name="TextBox 9">
            <a:extLst>
              <a:ext uri="{FF2B5EF4-FFF2-40B4-BE49-F238E27FC236}">
                <a16:creationId xmlns:a16="http://schemas.microsoft.com/office/drawing/2014/main" id="{F86C6766-A78C-F52C-2FEB-8F3F379B25FB}"/>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74414092"/>
      </p:ext>
    </p:extLst>
  </p:cSld>
  <p:clrMap bg1="lt1" tx1="dk1" bg2="lt2" tx2="dk2" accent1="accent1" accent2="accent2" accent3="accent3" accent4="accent4" accent5="accent5" accent6="accent6" hlink="hlink" folHlink="folHlink"/>
  <p:sldLayoutIdLst>
    <p:sldLayoutId id="2147483689" r:id="rId1"/>
    <p:sldLayoutId id="2147484088" r:id="rId2"/>
    <p:sldLayoutId id="2147483685" r:id="rId3"/>
    <p:sldLayoutId id="2147483694" r:id="rId4"/>
    <p:sldLayoutId id="2147483696" r:id="rId5"/>
    <p:sldLayoutId id="2147483697" r:id="rId6"/>
    <p:sldLayoutId id="2147483662" r:id="rId7"/>
    <p:sldLayoutId id="2147483966" r:id="rId8"/>
    <p:sldLayoutId id="2147483664" r:id="rId9"/>
    <p:sldLayoutId id="2147483967" r:id="rId10"/>
    <p:sldLayoutId id="2147483841" r:id="rId11"/>
    <p:sldLayoutId id="2147484099" r:id="rId12"/>
    <p:sldLayoutId id="2147483667" r:id="rId13"/>
    <p:sldLayoutId id="2147483978" r:id="rId14"/>
    <p:sldLayoutId id="2147483833" r:id="rId15"/>
    <p:sldLayoutId id="2147483835" r:id="rId16"/>
    <p:sldLayoutId id="2147484109" r:id="rId17"/>
    <p:sldLayoutId id="2147483836" r:id="rId18"/>
    <p:sldLayoutId id="2147484110" r:id="rId19"/>
    <p:sldLayoutId id="2147484111" r:id="rId20"/>
    <p:sldLayoutId id="2147484105" r:id="rId21"/>
    <p:sldLayoutId id="2147483842" r:id="rId22"/>
    <p:sldLayoutId id="2147484106" r:id="rId23"/>
    <p:sldLayoutId id="2147484087" r:id="rId24"/>
  </p:sldLayoutIdLst>
  <p:transition>
    <p:fade/>
  </p:transition>
  <p:hf hdr="0" dt="0"/>
  <p:txStyles>
    <p:titleStyle>
      <a:lvl1pPr algn="l" defTabSz="914446"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11" indent="-228611"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29"/>
              </a:ext>
            </a:extLst>
          </a:blip>
        </a:buBlip>
        <a:defRPr sz="1600" kern="1200">
          <a:solidFill>
            <a:schemeClr val="tx1"/>
          </a:solidFill>
          <a:latin typeface="+mn-lt"/>
          <a:ea typeface="+mn-ea"/>
          <a:cs typeface="+mn-cs"/>
        </a:defRPr>
      </a:lvl2pPr>
      <a:lvl3pPr marL="457223" indent="-227025" algn="l" defTabSz="914446"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87" indent="-227025" algn="l" defTabSz="914446"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99" indent="-231787" algn="l" defTabSz="914446"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7" userDrawn="1">
          <p15:clr>
            <a:srgbClr val="F26B43"/>
          </p15:clr>
        </p15:guide>
        <p15:guide id="46" pos="5741" userDrawn="1">
          <p15:clr>
            <a:srgbClr val="F26B43"/>
          </p15:clr>
        </p15:guide>
        <p15:guide id="47" pos="3840" userDrawn="1">
          <p15:clr>
            <a:srgbClr val="F26B43"/>
          </p15:clr>
        </p15:guide>
        <p15:guide id="48" orient="horz" pos="272"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4395"/>
            <a:ext cx="11333163" cy="649605"/>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30196" y="2019301"/>
            <a:ext cx="11333163" cy="4449973"/>
          </a:xfrm>
          <a:prstGeom prst="rect">
            <a:avLst/>
          </a:prstGeom>
        </p:spPr>
        <p:txBody>
          <a:bodyPr vert="horz" lIns="0" tIns="0" rIns="0" bIns="0" rtlCol="0">
            <a:noAutofit/>
          </a:body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2C2130D9-F898-EA7C-CF26-470D994974B6}"/>
              </a:ext>
            </a:extLst>
          </p:cNvPr>
          <p:cNvGrpSpPr/>
          <p:nvPr userDrawn="1"/>
        </p:nvGrpSpPr>
        <p:grpSpPr>
          <a:xfrm>
            <a:off x="-1942887" y="824973"/>
            <a:ext cx="1809017" cy="5003036"/>
            <a:chOff x="-1942887" y="824973"/>
            <a:chExt cx="1809017" cy="5003036"/>
          </a:xfrm>
        </p:grpSpPr>
        <p:grpSp>
          <p:nvGrpSpPr>
            <p:cNvPr id="7" name="Group 6">
              <a:extLst>
                <a:ext uri="{FF2B5EF4-FFF2-40B4-BE49-F238E27FC236}">
                  <a16:creationId xmlns:a16="http://schemas.microsoft.com/office/drawing/2014/main" id="{5A2A0F01-B9FC-5A76-66AB-B035DBDB1CE2}"/>
                </a:ext>
              </a:extLst>
            </p:cNvPr>
            <p:cNvGrpSpPr/>
            <p:nvPr userDrawn="1"/>
          </p:nvGrpSpPr>
          <p:grpSpPr>
            <a:xfrm>
              <a:off x="-1942887" y="824973"/>
              <a:ext cx="1809017" cy="5003036"/>
              <a:chOff x="-1942887" y="824973"/>
              <a:chExt cx="1809017" cy="5003036"/>
            </a:xfrm>
          </p:grpSpPr>
          <p:sp>
            <p:nvSpPr>
              <p:cNvPr id="12" name="TextBox 11">
                <a:extLst>
                  <a:ext uri="{FF2B5EF4-FFF2-40B4-BE49-F238E27FC236}">
                    <a16:creationId xmlns:a16="http://schemas.microsoft.com/office/drawing/2014/main" id="{A271A853-D9A9-5BBF-BEE0-D9943C27149D}"/>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13" name="Group 12">
                <a:extLst>
                  <a:ext uri="{FF2B5EF4-FFF2-40B4-BE49-F238E27FC236}">
                    <a16:creationId xmlns:a16="http://schemas.microsoft.com/office/drawing/2014/main" id="{4499E680-1A1A-51C8-A453-CA5CBDC5B32E}"/>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967CF9AC-7FDD-45ED-9813-48F6D391649A}"/>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5" name="TextBox 14">
                  <a:extLst>
                    <a:ext uri="{FF2B5EF4-FFF2-40B4-BE49-F238E27FC236}">
                      <a16:creationId xmlns:a16="http://schemas.microsoft.com/office/drawing/2014/main" id="{8DC8E6F5-6F83-E5BD-2C2E-8BB7A2FDE789}"/>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6" name="Group 15">
                  <a:extLst>
                    <a:ext uri="{FF2B5EF4-FFF2-40B4-BE49-F238E27FC236}">
                      <a16:creationId xmlns:a16="http://schemas.microsoft.com/office/drawing/2014/main" id="{C2E3D3B2-A014-0D76-E1F8-FD5643102D43}"/>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EA8B1509-8DB6-F84E-DB19-A155F8BE4CC8}"/>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063532B6-CCBC-BE38-C794-22236F34779D}"/>
                      </a:ext>
                    </a:extLst>
                  </p:cNvPr>
                  <p:cNvPicPr>
                    <a:picLocks noChangeAspect="1"/>
                  </p:cNvPicPr>
                  <p:nvPr userDrawn="1"/>
                </p:nvPicPr>
                <p:blipFill rotWithShape="1">
                  <a:blip r:embed="rId36"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9" name="Group 8">
              <a:extLst>
                <a:ext uri="{FF2B5EF4-FFF2-40B4-BE49-F238E27FC236}">
                  <a16:creationId xmlns:a16="http://schemas.microsoft.com/office/drawing/2014/main" id="{42F673FA-7246-7DE9-65A7-56A31DFB8260}"/>
                </a:ext>
              </a:extLst>
            </p:cNvPr>
            <p:cNvGrpSpPr/>
            <p:nvPr userDrawn="1"/>
          </p:nvGrpSpPr>
          <p:grpSpPr>
            <a:xfrm>
              <a:off x="-1845679" y="4502985"/>
              <a:ext cx="1070142" cy="697456"/>
              <a:chOff x="-1857928" y="4366913"/>
              <a:chExt cx="1070142" cy="697456"/>
            </a:xfrm>
          </p:grpSpPr>
          <p:pic>
            <p:nvPicPr>
              <p:cNvPr id="10" name="Picture 9">
                <a:extLst>
                  <a:ext uri="{FF2B5EF4-FFF2-40B4-BE49-F238E27FC236}">
                    <a16:creationId xmlns:a16="http://schemas.microsoft.com/office/drawing/2014/main" id="{D128158B-F07D-27E5-FAE5-B252058CDAF5}"/>
                  </a:ext>
                </a:extLst>
              </p:cNvPr>
              <p:cNvPicPr>
                <a:picLocks noChangeAspect="1"/>
              </p:cNvPicPr>
              <p:nvPr userDrawn="1"/>
            </p:nvPicPr>
            <p:blipFill>
              <a:blip r:embed="rId37"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1" name="Rectangle: Rounded Corners 10">
                <a:extLst>
                  <a:ext uri="{FF2B5EF4-FFF2-40B4-BE49-F238E27FC236}">
                    <a16:creationId xmlns:a16="http://schemas.microsoft.com/office/drawing/2014/main" id="{1DA87D8D-550D-FE79-C05A-15E054F9E71B}"/>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8" name="TextBox 17">
            <a:extLst>
              <a:ext uri="{FF2B5EF4-FFF2-40B4-BE49-F238E27FC236}">
                <a16:creationId xmlns:a16="http://schemas.microsoft.com/office/drawing/2014/main" id="{8ECBBBC8-722E-1B23-3055-167C3D7681D9}"/>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57511164"/>
      </p:ext>
    </p:extLst>
  </p:cSld>
  <p:clrMap bg1="lt1" tx1="dk1" bg2="lt2" tx2="dk2" accent1="accent1" accent2="accent2" accent3="accent3" accent4="accent4" accent5="accent5" accent6="accent6" hlink="hlink" folHlink="folHlink"/>
  <p:sldLayoutIdLst>
    <p:sldLayoutId id="2147483819" r:id="rId1"/>
    <p:sldLayoutId id="2147483968" r:id="rId2"/>
    <p:sldLayoutId id="2147483672" r:id="rId3"/>
    <p:sldLayoutId id="2147483969" r:id="rId4"/>
    <p:sldLayoutId id="2147483675" r:id="rId5"/>
    <p:sldLayoutId id="2147483970" r:id="rId6"/>
    <p:sldLayoutId id="2147483700" r:id="rId7"/>
    <p:sldLayoutId id="2147484089" r:id="rId8"/>
    <p:sldLayoutId id="2147484098" r:id="rId9"/>
    <p:sldLayoutId id="2147484090" r:id="rId10"/>
    <p:sldLayoutId id="2147484091" r:id="rId11"/>
    <p:sldLayoutId id="2147484092" r:id="rId12"/>
    <p:sldLayoutId id="2147484096" r:id="rId13"/>
    <p:sldLayoutId id="2147484112" r:id="rId14"/>
    <p:sldLayoutId id="2147484097" r:id="rId15"/>
    <p:sldLayoutId id="2147484101" r:id="rId16"/>
    <p:sldLayoutId id="2147484094" r:id="rId17"/>
    <p:sldLayoutId id="2147484107" r:id="rId18"/>
    <p:sldLayoutId id="2147484103" r:id="rId19"/>
    <p:sldLayoutId id="2147484095" r:id="rId20"/>
    <p:sldLayoutId id="2147484102" r:id="rId21"/>
    <p:sldLayoutId id="2147483980" r:id="rId22"/>
    <p:sldLayoutId id="2147483981" r:id="rId23"/>
    <p:sldLayoutId id="2147484108" r:id="rId24"/>
    <p:sldLayoutId id="2147483971" r:id="rId25"/>
    <p:sldLayoutId id="2147483972" r:id="rId26"/>
    <p:sldLayoutId id="2147483974" r:id="rId27"/>
    <p:sldLayoutId id="2147483975" r:id="rId28"/>
    <p:sldLayoutId id="2147483976" r:id="rId29"/>
    <p:sldLayoutId id="2147483977" r:id="rId30"/>
    <p:sldLayoutId id="2147483979" r:id="rId31"/>
    <p:sldLayoutId id="2147484104" r:id="rId32"/>
    <p:sldLayoutId id="2147484113" r:id="rId33"/>
  </p:sldLayoutIdLst>
  <p:transition>
    <p:fade/>
  </p:transition>
  <p:hf hdr="0" dt="0"/>
  <p:txStyles>
    <p:titleStyle>
      <a:lvl1pPr algn="l" defTabSz="914446" rtl="0" eaLnBrk="1" latinLnBrk="0" hangingPunct="1">
        <a:lnSpc>
          <a:spcPct val="90000"/>
        </a:lnSpc>
        <a:spcBef>
          <a:spcPct val="0"/>
        </a:spcBef>
        <a:buNone/>
        <a:defRPr sz="265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200" kern="1200">
          <a:solidFill>
            <a:schemeClr val="accent4"/>
          </a:solidFill>
          <a:latin typeface="+mn-lt"/>
          <a:ea typeface="+mn-ea"/>
          <a:cs typeface="+mn-cs"/>
        </a:defRPr>
      </a:lvl1pPr>
      <a:lvl2pPr marL="0" indent="0" algn="l" defTabSz="914446" rtl="0" eaLnBrk="1" latinLnBrk="0" hangingPunct="1">
        <a:lnSpc>
          <a:spcPct val="120000"/>
        </a:lnSpc>
        <a:spcBef>
          <a:spcPts val="1600"/>
        </a:spcBef>
        <a:spcAft>
          <a:spcPts val="0"/>
        </a:spcAft>
        <a:buFont typeface="Wingdings" panose="05000000000000000000" pitchFamily="2" charset="2"/>
        <a:buNone/>
        <a:defRPr sz="1000" b="0" kern="1200">
          <a:solidFill>
            <a:schemeClr val="tx1"/>
          </a:solidFill>
          <a:latin typeface="Sora-SIA SemiBold" pitchFamily="2" charset="0"/>
          <a:ea typeface="+mn-ea"/>
          <a:cs typeface="Sora-SIA SemiBold" pitchFamily="2" charset="0"/>
        </a:defRPr>
      </a:lvl2pPr>
      <a:lvl3pPr marL="0" indent="0" algn="l" defTabSz="914446" rtl="0" eaLnBrk="1" latinLnBrk="0" hangingPunct="1">
        <a:lnSpc>
          <a:spcPct val="120000"/>
        </a:lnSpc>
        <a:spcBef>
          <a:spcPts val="0"/>
        </a:spcBef>
        <a:spcAft>
          <a:spcPts val="1200"/>
        </a:spcAft>
        <a:buClr>
          <a:schemeClr val="accent1"/>
        </a:buClr>
        <a:buSzPct val="115000"/>
        <a:buFont typeface="Sora-SIA" pitchFamily="2" charset="0"/>
        <a:buNone/>
        <a:defRPr sz="1000" kern="1200">
          <a:solidFill>
            <a:schemeClr val="tx1"/>
          </a:solidFill>
          <a:latin typeface="+mn-lt"/>
          <a:ea typeface="+mn-ea"/>
          <a:cs typeface="+mn-cs"/>
        </a:defRPr>
      </a:lvl3pPr>
      <a:lvl4pPr marL="173047"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8"/>
              </a:ext>
            </a:extLst>
          </a:blip>
        </a:buBlip>
        <a:defRPr sz="1000" kern="1200">
          <a:solidFill>
            <a:schemeClr val="tx1"/>
          </a:solidFill>
          <a:latin typeface="+mn-lt"/>
          <a:ea typeface="+mn-ea"/>
          <a:cs typeface="+mn-cs"/>
        </a:defRPr>
      </a:lvl4pPr>
      <a:lvl5pPr marL="342917" indent="-169872" algn="l" defTabSz="914446" rtl="0" eaLnBrk="1" latinLnBrk="0" hangingPunct="1">
        <a:lnSpc>
          <a:spcPct val="120000"/>
        </a:lnSpc>
        <a:spcBef>
          <a:spcPts val="0"/>
        </a:spcBef>
        <a:spcAft>
          <a:spcPts val="400"/>
        </a:spcAft>
        <a:buSzPct val="80000"/>
        <a:buFont typeface="Wingdings" panose="05000000000000000000" pitchFamily="2" charset="2"/>
        <a:buChar char="§"/>
        <a:defRPr sz="1000" kern="1200">
          <a:solidFill>
            <a:schemeClr val="tx1"/>
          </a:solidFill>
          <a:latin typeface="+mn-lt"/>
          <a:ea typeface="+mn-ea"/>
          <a:cs typeface="+mn-cs"/>
        </a:defRPr>
      </a:lvl5pPr>
      <a:lvl6pPr marL="457223" indent="-114306" algn="l" defTabSz="914446" rtl="0" eaLnBrk="1" latinLnBrk="0" hangingPunct="1">
        <a:lnSpc>
          <a:spcPct val="120000"/>
        </a:lnSpc>
        <a:spcBef>
          <a:spcPts val="0"/>
        </a:spcBef>
        <a:spcAft>
          <a:spcPts val="400"/>
        </a:spcAft>
        <a:buSzPct val="120000"/>
        <a:buFontTx/>
        <a:buChar char="̵"/>
        <a:defRPr sz="10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4" userDrawn="1">
          <p15:clr>
            <a:srgbClr val="F26B43"/>
          </p15:clr>
        </p15:guide>
        <p15:guide id="46" pos="5740" userDrawn="1">
          <p15:clr>
            <a:srgbClr val="F26B43"/>
          </p15:clr>
        </p15:guide>
        <p15:guide id="47" pos="3840" userDrawn="1">
          <p15:clr>
            <a:srgbClr val="F26B43"/>
          </p15:clr>
        </p15:guide>
        <p15:guide id="48" orient="horz" pos="275"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5" y="871538"/>
            <a:ext cx="11333163" cy="652462"/>
          </a:xfrm>
          <a:prstGeom prst="rect">
            <a:avLst/>
          </a:prstGeom>
        </p:spPr>
        <p:txBody>
          <a:bodyPr vert="horz" lIns="0" tIns="0" rIns="0" bIns="0" rtlCol="0" anchor="t" anchorCtr="0">
            <a:noAutofit/>
          </a:bodyPr>
          <a:lstStyle/>
          <a:p>
            <a:r>
              <a:rPr lang="en-US" dirty="0"/>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5"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8"/>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5" y="226992"/>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dirty="0"/>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3" y="0"/>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53761B7-DBBD-F904-023B-A55517A7BC5C}"/>
              </a:ext>
            </a:extLst>
          </p:cNvPr>
          <p:cNvGrpSpPr/>
          <p:nvPr userDrawn="1"/>
        </p:nvGrpSpPr>
        <p:grpSpPr>
          <a:xfrm>
            <a:off x="-1942887" y="824973"/>
            <a:ext cx="1809017" cy="5003036"/>
            <a:chOff x="-1942887" y="824973"/>
            <a:chExt cx="1809017" cy="5003036"/>
          </a:xfrm>
        </p:grpSpPr>
        <p:grpSp>
          <p:nvGrpSpPr>
            <p:cNvPr id="20" name="Group 19">
              <a:extLst>
                <a:ext uri="{FF2B5EF4-FFF2-40B4-BE49-F238E27FC236}">
                  <a16:creationId xmlns:a16="http://schemas.microsoft.com/office/drawing/2014/main" id="{32FD472D-47A5-EE51-DF69-43AA80DB11BA}"/>
                </a:ext>
              </a:extLst>
            </p:cNvPr>
            <p:cNvGrpSpPr/>
            <p:nvPr userDrawn="1"/>
          </p:nvGrpSpPr>
          <p:grpSpPr>
            <a:xfrm>
              <a:off x="-1942887" y="824973"/>
              <a:ext cx="1809017" cy="5003036"/>
              <a:chOff x="-1942887" y="824973"/>
              <a:chExt cx="1809017" cy="5003036"/>
            </a:xfrm>
          </p:grpSpPr>
          <p:sp>
            <p:nvSpPr>
              <p:cNvPr id="4" name="TextBox 3">
                <a:extLst>
                  <a:ext uri="{FF2B5EF4-FFF2-40B4-BE49-F238E27FC236}">
                    <a16:creationId xmlns:a16="http://schemas.microsoft.com/office/drawing/2014/main" id="{0DDC3A7C-869A-04FE-49AD-86F105CFF105}"/>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dirty="0">
                    <a:solidFill>
                      <a:srgbClr val="DF0050"/>
                    </a:solidFill>
                  </a:rPr>
                  <a:t>Using style sheets</a:t>
                </a:r>
              </a:p>
              <a:p>
                <a:pPr>
                  <a:lnSpc>
                    <a:spcPct val="110000"/>
                  </a:lnSpc>
                  <a:spcAft>
                    <a:spcPts val="400"/>
                  </a:spcAft>
                </a:pPr>
                <a:r>
                  <a:rPr lang="en-US" sz="800" dirty="0"/>
                  <a:t>Change style by clicking </a:t>
                </a:r>
                <a:r>
                  <a:rPr lang="en-US" sz="800" b="1" dirty="0"/>
                  <a:t>“</a:t>
                </a:r>
                <a:r>
                  <a:rPr lang="en-US" sz="800" b="1" i="0" dirty="0"/>
                  <a:t>Increase List Level” </a:t>
                </a:r>
                <a:r>
                  <a:rPr lang="en-US" sz="800" dirty="0"/>
                  <a:t>button by number of times indicated by </a:t>
                </a:r>
                <a:r>
                  <a:rPr lang="en-US" sz="800" dirty="0">
                    <a:sym typeface="Wingdings 3" panose="05040102010807070707" pitchFamily="18" charset="2"/>
                  </a:rPr>
                  <a:t>.  </a:t>
                </a:r>
                <a:r>
                  <a:rPr lang="en-US" sz="800" b="1" dirty="0">
                    <a:sym typeface="Wingdings 3" panose="05040102010807070707" pitchFamily="18" charset="2"/>
                  </a:rPr>
                  <a:t>“</a:t>
                </a:r>
                <a:r>
                  <a:rPr lang="en-US" sz="800" b="1" i="0" dirty="0">
                    <a:sym typeface="Wingdings 3" panose="05040102010807070707" pitchFamily="18" charset="2"/>
                  </a:rPr>
                  <a:t>Decrease List Level”</a:t>
                </a:r>
                <a:r>
                  <a:rPr lang="en-US" sz="800" dirty="0">
                    <a:sym typeface="Wingdings 3" panose="05040102010807070707" pitchFamily="18" charset="2"/>
                  </a:rPr>
                  <a:t> moves back in styles. </a:t>
                </a:r>
              </a:p>
              <a:p>
                <a:pPr>
                  <a:lnSpc>
                    <a:spcPct val="110000"/>
                  </a:lnSpc>
                  <a:spcAft>
                    <a:spcPts val="400"/>
                  </a:spcAft>
                </a:pPr>
                <a:r>
                  <a:rPr lang="en-US" sz="800" dirty="0">
                    <a:sym typeface="Wingdings 3" panose="05040102010807070707" pitchFamily="18" charset="2"/>
                  </a:rPr>
                  <a:t>List level is in </a:t>
                </a:r>
                <a:r>
                  <a:rPr lang="en-US" sz="800" b="1" dirty="0">
                    <a:sym typeface="Wingdings 3" panose="05040102010807070707" pitchFamily="18" charset="2"/>
                  </a:rPr>
                  <a:t>Home Ribbon &gt;</a:t>
                </a:r>
                <a:r>
                  <a:rPr lang="en-US" sz="800" dirty="0">
                    <a:sym typeface="Wingdings 3" panose="05040102010807070707" pitchFamily="18" charset="2"/>
                  </a:rPr>
                  <a:t> </a:t>
                </a:r>
                <a:r>
                  <a:rPr lang="en-US" sz="800" b="1" dirty="0">
                    <a:sym typeface="Wingdings 3" panose="05040102010807070707" pitchFamily="18" charset="2"/>
                  </a:rPr>
                  <a:t>Paragraph</a:t>
                </a:r>
                <a:r>
                  <a:rPr lang="en-US" sz="800" dirty="0">
                    <a:sym typeface="Wingdings 3" panose="05040102010807070707" pitchFamily="18" charset="2"/>
                  </a:rPr>
                  <a:t>.</a:t>
                </a:r>
              </a:p>
              <a:p>
                <a:pPr>
                  <a:lnSpc>
                    <a:spcPct val="110000"/>
                  </a:lnSpc>
                  <a:spcAft>
                    <a:spcPts val="0"/>
                  </a:spcAft>
                </a:pPr>
                <a:endParaRPr lang="en-US" sz="800" dirty="0">
                  <a:sym typeface="Wingdings 3" panose="05040102010807070707" pitchFamily="18" charset="2"/>
                </a:endParaRPr>
              </a:p>
              <a:p>
                <a:pPr>
                  <a:lnSpc>
                    <a:spcPct val="110000"/>
                  </a:lnSpc>
                  <a:spcAft>
                    <a:spcPts val="0"/>
                  </a:spcAf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pPr>
                <a:r>
                  <a:rPr lang="en-US" sz="800" dirty="0">
                    <a:sym typeface="Wingdings 3" panose="05040102010807070707" pitchFamily="18" charset="2"/>
                  </a:rPr>
                  <a:t>You can also select a block of text and </a:t>
                </a:r>
                <a:r>
                  <a:rPr lang="en-US" sz="800" b="1" i="0" dirty="0">
                    <a:sym typeface="Wingdings 3" panose="05040102010807070707" pitchFamily="18" charset="2"/>
                  </a:rPr>
                  <a:t>Tab</a:t>
                </a:r>
                <a:r>
                  <a:rPr lang="en-US" sz="800" dirty="0">
                    <a:sym typeface="Wingdings 3" panose="05040102010807070707" pitchFamily="18" charset="2"/>
                  </a:rPr>
                  <a:t> [increase] or </a:t>
                </a:r>
                <a:r>
                  <a:rPr lang="en-US" sz="800" b="1" dirty="0">
                    <a:sym typeface="Wingdings 3" panose="05040102010807070707" pitchFamily="18" charset="2"/>
                  </a:rPr>
                  <a:t>Shift Tab </a:t>
                </a:r>
                <a:r>
                  <a:rPr lang="en-US" sz="800" dirty="0">
                    <a:sym typeface="Wingdings 3" panose="05040102010807070707" pitchFamily="18" charset="2"/>
                  </a:rPr>
                  <a:t>[decrease]</a:t>
                </a:r>
              </a:p>
              <a:p>
                <a:pPr>
                  <a:lnSpc>
                    <a:spcPct val="110000"/>
                  </a:lnSpc>
                  <a:spcAft>
                    <a:spcPts val="400"/>
                  </a:spcAft>
                  <a:tabLst>
                    <a:tab pos="458788" algn="l"/>
                  </a:tabLst>
                </a:pPr>
                <a:r>
                  <a:rPr lang="en-US" sz="800" dirty="0">
                    <a:sym typeface="Wingdings 3" panose="05040102010807070707" pitchFamily="18" charset="2"/>
                  </a:rPr>
                  <a:t> Click once</a:t>
                </a:r>
              </a:p>
              <a:p>
                <a:pPr>
                  <a:lnSpc>
                    <a:spcPct val="110000"/>
                  </a:lnSpc>
                  <a:spcAft>
                    <a:spcPts val="400"/>
                  </a:spcAft>
                  <a:tabLst>
                    <a:tab pos="458788" algn="l"/>
                  </a:tabLst>
                </a:pPr>
                <a:r>
                  <a:rPr lang="en-US" sz="800" spc="-100" dirty="0">
                    <a:sym typeface="Wingdings 3" panose="05040102010807070707" pitchFamily="18" charset="2"/>
                  </a:rPr>
                  <a:t>   </a:t>
                </a:r>
                <a:r>
                  <a:rPr lang="en-US" sz="800" dirty="0">
                    <a:sym typeface="Wingdings 3" panose="05040102010807070707" pitchFamily="18" charset="2"/>
                  </a:rPr>
                  <a:t>Click twice</a:t>
                </a:r>
              </a:p>
              <a:p>
                <a:pPr>
                  <a:lnSpc>
                    <a:spcPct val="110000"/>
                  </a:lnSpc>
                  <a:spcAft>
                    <a:spcPts val="400"/>
                  </a:spcAft>
                  <a:tabLst>
                    <a:tab pos="458788" algn="l"/>
                  </a:tabLst>
                </a:pPr>
                <a:r>
                  <a:rPr lang="en-US" sz="800" spc="-100" dirty="0">
                    <a:sym typeface="Wingdings 3" panose="05040102010807070707" pitchFamily="18" charset="2"/>
                  </a:rPr>
                  <a:t>    </a:t>
                </a:r>
                <a:r>
                  <a:rPr lang="en-US" sz="800" dirty="0">
                    <a:sym typeface="Wingdings 3" panose="05040102010807070707" pitchFamily="18" charset="2"/>
                  </a:rPr>
                  <a:t>Click three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a:t>
                </a:r>
                <a:r>
                  <a:rPr lang="en-US" sz="800" dirty="0">
                    <a:sym typeface="Wingdings 3" panose="05040102010807070707" pitchFamily="18" charset="2"/>
                  </a:rPr>
                  <a:t>Click four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  </a:t>
                </a:r>
                <a:r>
                  <a:rPr lang="en-US" sz="800" dirty="0">
                    <a:sym typeface="Wingdings 3" panose="05040102010807070707" pitchFamily="18" charset="2"/>
                  </a:rPr>
                  <a:t>Click five times</a:t>
                </a:r>
              </a:p>
              <a:p>
                <a:pPr>
                  <a:lnSpc>
                    <a:spcPct val="110000"/>
                  </a:lnSpc>
                  <a:spcAft>
                    <a:spcPts val="400"/>
                  </a:spcAft>
                  <a:tabLst>
                    <a:tab pos="458788" algn="l"/>
                  </a:tabLst>
                </a:pPr>
                <a:r>
                  <a:rPr lang="en-US" sz="800" b="1" dirty="0">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788"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endParaRPr lang="en-US" sz="800" dirty="0"/>
              </a:p>
            </p:txBody>
          </p:sp>
          <p:grpSp>
            <p:nvGrpSpPr>
              <p:cNvPr id="18" name="Group 17">
                <a:extLst>
                  <a:ext uri="{FF2B5EF4-FFF2-40B4-BE49-F238E27FC236}">
                    <a16:creationId xmlns:a16="http://schemas.microsoft.com/office/drawing/2014/main" id="{0E952B4D-4F44-3918-9627-2C805796B248}"/>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F44DD937-27A3-03A0-2BBD-FD9C06CF97AB}"/>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dirty="0">
                      <a:ln>
                        <a:noFill/>
                      </a:ln>
                      <a:solidFill>
                        <a:srgbClr val="0A151E"/>
                      </a:solidFill>
                      <a:effectLst/>
                      <a:uLnTx/>
                      <a:uFillTx/>
                      <a:latin typeface="Sora-SIA"/>
                      <a:ea typeface="+mn-ea"/>
                      <a:cs typeface="+mn-cs"/>
                    </a:rPr>
                    <a:t>Decrease</a:t>
                  </a:r>
                  <a:endParaRPr lang="en-US" sz="600" b="1" dirty="0"/>
                </a:p>
              </p:txBody>
            </p:sp>
            <p:sp>
              <p:nvSpPr>
                <p:cNvPr id="15" name="TextBox 14">
                  <a:extLst>
                    <a:ext uri="{FF2B5EF4-FFF2-40B4-BE49-F238E27FC236}">
                      <a16:creationId xmlns:a16="http://schemas.microsoft.com/office/drawing/2014/main" id="{442EBBEC-AF3D-CDE8-1528-573B92638AE4}"/>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dirty="0">
                      <a:ln>
                        <a:noFill/>
                      </a:ln>
                      <a:solidFill>
                        <a:srgbClr val="0A151E"/>
                      </a:solidFill>
                      <a:effectLst/>
                      <a:uLnTx/>
                      <a:uFillTx/>
                      <a:latin typeface="Sora-SIA"/>
                      <a:ea typeface="+mn-ea"/>
                      <a:cs typeface="+mn-cs"/>
                    </a:rPr>
                    <a:t>Increase</a:t>
                  </a:r>
                  <a:endParaRPr lang="en-US" sz="600" b="1" dirty="0"/>
                </a:p>
              </p:txBody>
            </p:sp>
            <p:grpSp>
              <p:nvGrpSpPr>
                <p:cNvPr id="17" name="Group 16">
                  <a:extLst>
                    <a:ext uri="{FF2B5EF4-FFF2-40B4-BE49-F238E27FC236}">
                      <a16:creationId xmlns:a16="http://schemas.microsoft.com/office/drawing/2014/main" id="{7A40B3AF-E33F-793F-60C4-E58B1E7D6B20}"/>
                    </a:ext>
                  </a:extLst>
                </p:cNvPr>
                <p:cNvGrpSpPr/>
                <p:nvPr userDrawn="1"/>
              </p:nvGrpSpPr>
              <p:grpSpPr>
                <a:xfrm>
                  <a:off x="-1422651" y="1751379"/>
                  <a:ext cx="628680" cy="292115"/>
                  <a:chOff x="-1397692" y="1751379"/>
                  <a:chExt cx="628680" cy="292115"/>
                </a:xfrm>
              </p:grpSpPr>
              <p:pic>
                <p:nvPicPr>
                  <p:cNvPr id="10" name="Picture 9">
                    <a:extLst>
                      <a:ext uri="{FF2B5EF4-FFF2-40B4-BE49-F238E27FC236}">
                        <a16:creationId xmlns:a16="http://schemas.microsoft.com/office/drawing/2014/main" id="{BF99735D-B69F-84BF-E9F1-CC44F38674B5}"/>
                      </a:ext>
                    </a:extLst>
                  </p:cNvPr>
                  <p:cNvPicPr>
                    <a:picLocks noChangeAspect="1"/>
                  </p:cNvPicPr>
                  <p:nvPr userDrawn="1"/>
                </p:nvPicPr>
                <p:blipFill rotWithShape="1">
                  <a:blip r:embed="rId12"/>
                  <a:srcRect l="7136" r="49284"/>
                  <a:stretch/>
                </p:blipFill>
                <p:spPr>
                  <a:xfrm>
                    <a:off x="-1397692" y="1751379"/>
                    <a:ext cx="365306" cy="292115"/>
                  </a:xfrm>
                  <a:prstGeom prst="rect">
                    <a:avLst/>
                  </a:prstGeom>
                </p:spPr>
              </p:pic>
              <p:pic>
                <p:nvPicPr>
                  <p:cNvPr id="16" name="Picture 15">
                    <a:extLst>
                      <a:ext uri="{FF2B5EF4-FFF2-40B4-BE49-F238E27FC236}">
                        <a16:creationId xmlns:a16="http://schemas.microsoft.com/office/drawing/2014/main" id="{13BB909C-FE89-FA06-7D7A-08069EA67D55}"/>
                      </a:ext>
                    </a:extLst>
                  </p:cNvPr>
                  <p:cNvPicPr>
                    <a:picLocks noChangeAspect="1"/>
                  </p:cNvPicPr>
                  <p:nvPr userDrawn="1"/>
                </p:nvPicPr>
                <p:blipFill rotWithShape="1">
                  <a:blip r:embed="rId12"/>
                  <a:srcRect l="59106" r="6497"/>
                  <a:stretch/>
                </p:blipFill>
                <p:spPr>
                  <a:xfrm>
                    <a:off x="-1057347" y="1751379"/>
                    <a:ext cx="288335" cy="292115"/>
                  </a:xfrm>
                  <a:prstGeom prst="rect">
                    <a:avLst/>
                  </a:prstGeom>
                </p:spPr>
              </p:pic>
            </p:grpSp>
          </p:grpSp>
        </p:grpSp>
        <p:grpSp>
          <p:nvGrpSpPr>
            <p:cNvPr id="24" name="Group 23">
              <a:extLst>
                <a:ext uri="{FF2B5EF4-FFF2-40B4-BE49-F238E27FC236}">
                  <a16:creationId xmlns:a16="http://schemas.microsoft.com/office/drawing/2014/main" id="{C766E59F-EE08-52D5-FC11-5E9360D6DD20}"/>
                </a:ext>
              </a:extLst>
            </p:cNvPr>
            <p:cNvGrpSpPr/>
            <p:nvPr userDrawn="1"/>
          </p:nvGrpSpPr>
          <p:grpSpPr>
            <a:xfrm>
              <a:off x="-1845679" y="4502985"/>
              <a:ext cx="1070142" cy="697456"/>
              <a:chOff x="-1857928" y="4366913"/>
              <a:chExt cx="1070142" cy="697456"/>
            </a:xfrm>
          </p:grpSpPr>
          <p:pic>
            <p:nvPicPr>
              <p:cNvPr id="22" name="Picture 21">
                <a:extLst>
                  <a:ext uri="{FF2B5EF4-FFF2-40B4-BE49-F238E27FC236}">
                    <a16:creationId xmlns:a16="http://schemas.microsoft.com/office/drawing/2014/main" id="{DE97C79C-C454-EEA8-8A8B-AF113CABC2B6}"/>
                  </a:ext>
                </a:extLst>
              </p:cNvPr>
              <p:cNvPicPr>
                <a:picLocks noChangeAspect="1"/>
              </p:cNvPicPr>
              <p:nvPr userDrawn="1"/>
            </p:nvPicPr>
            <p:blipFill>
              <a:blip r:embed="rId13"/>
              <a:stretch>
                <a:fillRect/>
              </a:stretch>
            </p:blipFill>
            <p:spPr>
              <a:xfrm>
                <a:off x="-1857928" y="4366913"/>
                <a:ext cx="1070142" cy="697456"/>
              </a:xfrm>
              <a:prstGeom prst="rect">
                <a:avLst/>
              </a:prstGeom>
            </p:spPr>
          </p:pic>
          <p:sp>
            <p:nvSpPr>
              <p:cNvPr id="23" name="Rectangle: Rounded Corners 22">
                <a:extLst>
                  <a:ext uri="{FF2B5EF4-FFF2-40B4-BE49-F238E27FC236}">
                    <a16:creationId xmlns:a16="http://schemas.microsoft.com/office/drawing/2014/main" id="{B6430AAB-D97A-2139-262A-5AA882F3DD76}"/>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TextBox 8">
            <a:extLst>
              <a:ext uri="{FF2B5EF4-FFF2-40B4-BE49-F238E27FC236}">
                <a16:creationId xmlns:a16="http://schemas.microsoft.com/office/drawing/2014/main" id="{3E16054E-8AF5-B196-65DB-CE662357FA9E}"/>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603597842"/>
      </p:ext>
    </p:extLst>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Lst>
  <p:hf hdr="0" dt="0"/>
  <p:txStyles>
    <p:titleStyle>
      <a:lvl1pPr algn="l" defTabSz="914400"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00" indent="-228600" algn="l" defTabSz="914400"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14"/>
              </a:ext>
            </a:extLst>
          </a:blip>
        </a:buBlip>
        <a:defRPr sz="1600" kern="1200">
          <a:solidFill>
            <a:schemeClr val="tx1"/>
          </a:solidFill>
          <a:latin typeface="+mn-lt"/>
          <a:ea typeface="+mn-ea"/>
          <a:cs typeface="+mn-cs"/>
        </a:defRPr>
      </a:lvl2pPr>
      <a:lvl3pPr marL="457200" indent="-227013" algn="l" defTabSz="914400"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50" indent="-227013" algn="l" defTabSz="914400"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50" indent="-231775" algn="l" defTabSz="914400"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15:clr>
            <a:srgbClr val="F26B43"/>
          </p15:clr>
        </p15:guide>
        <p15:guide id="22" pos="7680">
          <p15:clr>
            <a:srgbClr val="F26B43"/>
          </p15:clr>
        </p15:guide>
        <p15:guide id="23" pos="270">
          <p15:clr>
            <a:srgbClr val="F26B43"/>
          </p15:clr>
        </p15:guide>
        <p15:guide id="24" pos="1335">
          <p15:clr>
            <a:srgbClr val="F26B43"/>
          </p15:clr>
        </p15:guide>
        <p15:guide id="25" pos="1485">
          <p15:clr>
            <a:srgbClr val="F26B43"/>
          </p15:clr>
        </p15:guide>
        <p15:guide id="26" pos="2550">
          <p15:clr>
            <a:srgbClr val="F26B43"/>
          </p15:clr>
        </p15:guide>
        <p15:guide id="27" pos="2700">
          <p15:clr>
            <a:srgbClr val="F26B43"/>
          </p15:clr>
        </p15:guide>
        <p15:guide id="28" pos="3765">
          <p15:clr>
            <a:srgbClr val="F26B43"/>
          </p15:clr>
        </p15:guide>
        <p15:guide id="29" pos="3914">
          <p15:clr>
            <a:srgbClr val="F26B43"/>
          </p15:clr>
        </p15:guide>
        <p15:guide id="30" pos="4979">
          <p15:clr>
            <a:srgbClr val="F26B43"/>
          </p15:clr>
        </p15:guide>
        <p15:guide id="31" pos="5129">
          <p15:clr>
            <a:srgbClr val="F26B43"/>
          </p15:clr>
        </p15:guide>
        <p15:guide id="32" pos="6194">
          <p15:clr>
            <a:srgbClr val="F26B43"/>
          </p15:clr>
        </p15:guide>
        <p15:guide id="33" pos="6344">
          <p15:clr>
            <a:srgbClr val="F26B43"/>
          </p15:clr>
        </p15:guide>
        <p15:guide id="34" pos="7409">
          <p15:clr>
            <a:srgbClr val="F26B43"/>
          </p15:clr>
        </p15:guide>
        <p15:guide id="35" orient="horz">
          <p15:clr>
            <a:srgbClr val="F26B43"/>
          </p15:clr>
        </p15:guide>
        <p15:guide id="36" orient="horz" pos="4320">
          <p15:clr>
            <a:srgbClr val="F26B43"/>
          </p15:clr>
        </p15:guide>
        <p15:guide id="37" orient="horz" pos="322">
          <p15:clr>
            <a:srgbClr val="F26B43"/>
          </p15:clr>
        </p15:guide>
        <p15:guide id="38" orient="horz" pos="4080">
          <p15:clr>
            <a:srgbClr val="F26B43"/>
          </p15:clr>
        </p15:guide>
        <p15:guide id="39" orient="horz" pos="720">
          <p15:clr>
            <a:srgbClr val="F26B43"/>
          </p15:clr>
        </p15:guide>
        <p15:guide id="40" orient="horz" pos="960">
          <p15:clr>
            <a:srgbClr val="F26B43"/>
          </p15:clr>
        </p15:guide>
        <p15:guide id="41" orient="horz" pos="1320">
          <p15:clr>
            <a:srgbClr val="F26B43"/>
          </p15:clr>
        </p15:guide>
        <p15:guide id="42" orient="horz" pos="1272">
          <p15:clr>
            <a:srgbClr val="F26B43"/>
          </p15:clr>
        </p15:guide>
        <p15:guide id="43" pos="1944">
          <p15:clr>
            <a:srgbClr val="F26B43"/>
          </p15:clr>
        </p15:guide>
        <p15:guide id="44" pos="2088">
          <p15:clr>
            <a:srgbClr val="F26B43"/>
          </p15:clr>
        </p15:guide>
        <p15:guide id="45" pos="5597">
          <p15:clr>
            <a:srgbClr val="F26B43"/>
          </p15:clr>
        </p15:guide>
        <p15:guide id="46" pos="5741">
          <p15:clr>
            <a:srgbClr val="F26B43"/>
          </p15:clr>
        </p15:guide>
        <p15:guide id="47" pos="3840">
          <p15:clr>
            <a:srgbClr val="F26B43"/>
          </p15:clr>
        </p15:guide>
        <p15:guide id="48"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51E"/>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94360" y="713232"/>
            <a:ext cx="4114800" cy="320040"/>
          </a:xfrm>
          <a:prstGeom prst="rect">
            <a:avLst/>
          </a:prstGeom>
          <a:noFill/>
        </p:spPr>
        <p:txBody>
          <a:bodyPr wrap="none">
            <a:spAutoFit/>
          </a:bodyPr>
          <a:lstStyle/>
          <a:p>
            <a:pPr>
              <a:defRPr sz="1500" b="1">
                <a:solidFill>
                  <a:srgbClr val="00DECC"/>
                </a:solidFill>
              </a:defRPr>
            </a:pPr>
            <a:r>
              <a:t>Qualification AO</a:t>
            </a:r>
          </a:p>
        </p:txBody>
      </p:sp>
      <p:sp>
        <p:nvSpPr>
          <p:cNvPr id="6" name="TextBox 5"/>
          <p:cNvSpPr txBox="1"/>
          <p:nvPr/>
        </p:nvSpPr>
        <p:spPr>
          <a:xfrm>
            <a:off x="594360" y="1170432"/>
            <a:ext cx="7406640" cy="658368"/>
          </a:xfrm>
          <a:prstGeom prst="rect">
            <a:avLst/>
          </a:prstGeom>
          <a:noFill/>
        </p:spPr>
        <p:txBody>
          <a:bodyPr wrap="none">
            <a:spAutoFit/>
          </a:bodyPr>
          <a:lstStyle/>
          <a:p>
            <a:pPr>
              <a:defRPr sz="3000" b="1">
                <a:solidFill>
                  <a:srgbClr val="FFFFFF"/>
                </a:solidFill>
              </a:defRPr>
            </a:pPr>
            <a:r>
              <a:t>Afghanistan: System Enhancement for Health Action in Transition Project</a:t>
            </a:r>
          </a:p>
        </p:txBody>
      </p:sp>
      <p:sp>
        <p:nvSpPr>
          <p:cNvPr id="7" name="TextBox 6"/>
          <p:cNvSpPr txBox="1"/>
          <p:nvPr/>
        </p:nvSpPr>
        <p:spPr>
          <a:xfrm>
            <a:off x="594360" y="1920240"/>
            <a:ext cx="7680960" cy="914400"/>
          </a:xfrm>
          <a:prstGeom prst="rect">
            <a:avLst/>
          </a:prstGeom>
          <a:noFill/>
        </p:spPr>
        <p:txBody>
          <a:bodyPr wrap="none">
            <a:spAutoFit/>
          </a:bodyPr>
          <a:lstStyle/>
          <a:p>
            <a:pPr>
              <a:defRPr sz="1600" b="0">
                <a:solidFill>
                  <a:srgbClr val="FFFFFF"/>
                </a:solidFill>
              </a:defRPr>
            </a:pPr>
            <a:r>
              <a:t>Afghanistan: System Enhancement for Health Action in Transition Project</a:t>
            </a:r>
          </a:p>
        </p:txBody>
      </p:sp>
      <p:sp>
        <p:nvSpPr>
          <p:cNvPr id="8" name="Rounded Rectangle 7"/>
          <p:cNvSpPr/>
          <p:nvPr/>
        </p:nvSpPr>
        <p:spPr>
          <a:xfrm>
            <a:off x="8778240" y="1143000"/>
            <a:ext cx="2331720" cy="86868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0" y="1289304"/>
            <a:ext cx="2057400" cy="292608"/>
          </a:xfrm>
          <a:prstGeom prst="rect">
            <a:avLst/>
          </a:prstGeom>
          <a:noFill/>
        </p:spPr>
        <p:txBody>
          <a:bodyPr wrap="none">
            <a:spAutoFit/>
          </a:bodyPr>
          <a:lstStyle/>
          <a:p>
            <a:pPr>
              <a:defRPr sz="1800" b="1">
                <a:solidFill>
                  <a:srgbClr val="0A151E"/>
                </a:solidFill>
              </a:defRPr>
            </a:pPr>
            <a:r>
              <a:t>WATCH</a:t>
            </a:r>
          </a:p>
        </p:txBody>
      </p:sp>
      <p:sp>
        <p:nvSpPr>
          <p:cNvPr id="10" name="TextBox 9"/>
          <p:cNvSpPr txBox="1"/>
          <p:nvPr/>
        </p:nvSpPr>
        <p:spPr>
          <a:xfrm>
            <a:off x="8915400" y="1645920"/>
            <a:ext cx="2057400" cy="201168"/>
          </a:xfrm>
          <a:prstGeom prst="rect">
            <a:avLst/>
          </a:prstGeom>
          <a:noFill/>
        </p:spPr>
        <p:txBody>
          <a:bodyPr wrap="none">
            <a:spAutoFit/>
          </a:bodyPr>
          <a:lstStyle/>
          <a:p>
            <a:pPr>
              <a:defRPr sz="800" b="0">
                <a:solidFill>
                  <a:srgbClr val="455669"/>
                </a:solidFill>
              </a:defRPr>
            </a:pPr>
            <a:r>
              <a:t>Recommandation</a:t>
            </a:r>
          </a:p>
        </p:txBody>
      </p:sp>
      <p:sp>
        <p:nvSpPr>
          <p:cNvPr id="11" name="Rounded Rectangle 10"/>
          <p:cNvSpPr/>
          <p:nvPr/>
        </p:nvSpPr>
        <p:spPr>
          <a:xfrm>
            <a:off x="8778240" y="2148840"/>
            <a:ext cx="2331720" cy="86868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2295144"/>
            <a:ext cx="2057400" cy="292608"/>
          </a:xfrm>
          <a:prstGeom prst="rect">
            <a:avLst/>
          </a:prstGeom>
          <a:noFill/>
        </p:spPr>
        <p:txBody>
          <a:bodyPr wrap="none">
            <a:spAutoFit/>
          </a:bodyPr>
          <a:lstStyle/>
          <a:p>
            <a:pPr>
              <a:defRPr sz="1800" b="1">
                <a:solidFill>
                  <a:srgbClr val="0A151E"/>
                </a:solidFill>
              </a:defRPr>
            </a:pPr>
            <a:r>
              <a:t>À confirmer</a:t>
            </a:r>
          </a:p>
        </p:txBody>
      </p:sp>
      <p:sp>
        <p:nvSpPr>
          <p:cNvPr id="13" name="TextBox 12"/>
          <p:cNvSpPr txBox="1"/>
          <p:nvPr/>
        </p:nvSpPr>
        <p:spPr>
          <a:xfrm>
            <a:off x="8915400" y="2651760"/>
            <a:ext cx="2057400" cy="201168"/>
          </a:xfrm>
          <a:prstGeom prst="rect">
            <a:avLst/>
          </a:prstGeom>
          <a:noFill/>
        </p:spPr>
        <p:txBody>
          <a:bodyPr wrap="none">
            <a:spAutoFit/>
          </a:bodyPr>
          <a:lstStyle/>
          <a:p>
            <a:pPr>
              <a:defRPr sz="800" b="0">
                <a:solidFill>
                  <a:srgbClr val="455669"/>
                </a:solidFill>
              </a:defRPr>
            </a:pPr>
            <a:r>
              <a:t>Score GO / NO GO</a:t>
            </a:r>
          </a:p>
        </p:txBody>
      </p:sp>
      <p:sp>
        <p:nvSpPr>
          <p:cNvPr id="14" name="TextBox 13"/>
          <p:cNvSpPr txBox="1"/>
          <p:nvPr/>
        </p:nvSpPr>
        <p:spPr>
          <a:xfrm>
            <a:off x="594360" y="6217920"/>
            <a:ext cx="7315200" cy="228600"/>
          </a:xfrm>
          <a:prstGeom prst="rect">
            <a:avLst/>
          </a:prstGeom>
          <a:noFill/>
        </p:spPr>
        <p:txBody>
          <a:bodyPr wrap="none">
            <a:spAutoFit/>
          </a:bodyPr>
          <a:lstStyle/>
          <a:p>
            <a:pPr>
              <a:defRPr sz="900" b="0">
                <a:solidFill>
                  <a:srgbClr val="FFFFFF"/>
                </a:solidFill>
              </a:defRPr>
            </a:pPr>
            <a:r>
              <a:t>AO OP00042236 | À confirmer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02920" y="320040"/>
            <a:ext cx="11064240" cy="411480"/>
          </a:xfrm>
          <a:prstGeom prst="rect">
            <a:avLst/>
          </a:prstGeom>
          <a:noFill/>
        </p:spPr>
        <p:txBody>
          <a:bodyPr wrap="none">
            <a:spAutoFit/>
          </a:bodyPr>
          <a:lstStyle/>
          <a:p>
            <a:pPr>
              <a:defRPr sz="2200" b="1">
                <a:solidFill>
                  <a:srgbClr val="0A151E"/>
                </a:solidFill>
              </a:defRPr>
            </a:pPr>
            <a:r>
              <a:t>Agenda</a:t>
            </a:r>
          </a:p>
        </p:txBody>
      </p:sp>
      <p:sp>
        <p:nvSpPr>
          <p:cNvPr id="6" name="TextBox 5"/>
          <p:cNvSpPr txBox="1"/>
          <p:nvPr/>
        </p:nvSpPr>
        <p:spPr>
          <a:xfrm>
            <a:off x="530352" y="786384"/>
            <a:ext cx="10789920" cy="329184"/>
          </a:xfrm>
          <a:prstGeom prst="rect">
            <a:avLst/>
          </a:prstGeom>
          <a:noFill/>
        </p:spPr>
        <p:txBody>
          <a:bodyPr wrap="none">
            <a:spAutoFit/>
          </a:bodyPr>
          <a:lstStyle/>
          <a:p>
            <a:pPr>
              <a:defRPr sz="1000" b="0">
                <a:solidFill>
                  <a:srgbClr val="455669"/>
                </a:solidFill>
              </a:defRPr>
            </a:pPr>
            <a:r>
              <a:t>Sections générées selon le profil de deck choisi</a:t>
            </a:r>
          </a:p>
        </p:txBody>
      </p:sp>
      <p:sp>
        <p:nvSpPr>
          <p:cNvPr id="7" name="Rectangle 6"/>
          <p:cNvSpPr/>
          <p:nvPr/>
        </p:nvSpPr>
        <p:spPr>
          <a:xfrm>
            <a:off x="502920" y="1143000"/>
            <a:ext cx="1051560" cy="45720"/>
          </a:xfrm>
          <a:prstGeom prst="rect">
            <a:avLst/>
          </a:prstGeom>
          <a:solidFill>
            <a:srgbClr val="00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6583680" cy="4023360"/>
          </a:xfrm>
          <a:prstGeom prst="rect">
            <a:avLst/>
          </a:prstGeom>
          <a:noFill/>
        </p:spPr>
        <p:txBody>
          <a:bodyPr wrap="none">
            <a:spAutoFit/>
          </a:bodyPr>
          <a:lstStyle/>
          <a:p>
            <a:pPr>
              <a:defRPr sz="1600">
                <a:solidFill>
                  <a:srgbClr val="0A151E"/>
                </a:solidFill>
              </a:defRPr>
            </a:pPr>
            <a:r>
              <a:t>Décision GO / WATCH / NO GO</a:t>
            </a:r>
          </a:p>
          <a:p>
            <a:pPr>
              <a:defRPr sz="1600">
                <a:solidFill>
                  <a:srgbClr val="0A151E"/>
                </a:solidFill>
              </a:defRPr>
            </a:pPr>
            <a:r>
              <a:t>Qualification synthétique</a:t>
            </a:r>
          </a:p>
          <a:p>
            <a:pPr>
              <a:defRPr sz="1600">
                <a:solidFill>
                  <a:srgbClr val="0A151E"/>
                </a:solidFill>
              </a:defRPr>
            </a:pPr>
            <a:r>
              <a:t>Risques et questions ouvertes</a:t>
            </a:r>
          </a:p>
          <a:p>
            <a:pPr>
              <a:defRPr sz="1600">
                <a:solidFill>
                  <a:srgbClr val="0A151E"/>
                </a:solidFill>
              </a:defRPr>
            </a:pPr>
            <a:r>
              <a:t>Simulation financière</a:t>
            </a:r>
          </a:p>
          <a:p>
            <a:pPr>
              <a:defRPr sz="1600">
                <a:solidFill>
                  <a:srgbClr val="0A151E"/>
                </a:solidFill>
              </a:defRPr>
            </a:pPr>
            <a:r>
              <a:t>Storyboard propale</a:t>
            </a:r>
          </a:p>
          <a:p>
            <a:pPr>
              <a:defRPr sz="1600">
                <a:solidFill>
                  <a:srgbClr val="0A151E"/>
                </a:solidFill>
              </a:defRPr>
            </a:pPr>
            <a:r>
              <a:t>Sources et hypothèses</a:t>
            </a:r>
          </a:p>
          <a:p>
            <a:pPr>
              <a:defRPr sz="1600">
                <a:solidFill>
                  <a:srgbClr val="0A151E"/>
                </a:solidFill>
              </a:defRPr>
            </a:pPr>
            <a:r>
              <a:t>Conclusion et prochaines actions</a:t>
            </a:r>
          </a:p>
        </p:txBody>
      </p:sp>
      <p:sp>
        <p:nvSpPr>
          <p:cNvPr id="9" name="TextBox 8"/>
          <p:cNvSpPr txBox="1"/>
          <p:nvPr/>
        </p:nvSpPr>
        <p:spPr>
          <a:xfrm>
            <a:off x="502920" y="6510528"/>
            <a:ext cx="10972800" cy="201168"/>
          </a:xfrm>
          <a:prstGeom prst="rect">
            <a:avLst/>
          </a:prstGeom>
          <a:noFill/>
        </p:spPr>
        <p:txBody>
          <a:bodyPr wrap="none">
            <a:spAutoFit/>
          </a:bodyPr>
          <a:lstStyle/>
          <a:p>
            <a:pPr>
              <a:defRPr sz="700" b="0">
                <a:solidFill>
                  <a:srgbClr val="455669"/>
                </a:solidFill>
              </a:defRPr>
            </a:pPr>
            <a:r>
              <a:t>Sources : World Bank Procurement Notices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02920" y="320040"/>
            <a:ext cx="11064240" cy="411480"/>
          </a:xfrm>
          <a:prstGeom prst="rect">
            <a:avLst/>
          </a:prstGeom>
          <a:noFill/>
        </p:spPr>
        <p:txBody>
          <a:bodyPr wrap="none">
            <a:spAutoFit/>
          </a:bodyPr>
          <a:lstStyle/>
          <a:p>
            <a:pPr>
              <a:defRPr sz="2200" b="1">
                <a:solidFill>
                  <a:srgbClr val="0A151E"/>
                </a:solidFill>
              </a:defRPr>
            </a:pPr>
            <a:r>
              <a:t>Décision IA</a:t>
            </a:r>
          </a:p>
        </p:txBody>
      </p:sp>
      <p:sp>
        <p:nvSpPr>
          <p:cNvPr id="6" name="TextBox 5"/>
          <p:cNvSpPr txBox="1"/>
          <p:nvPr/>
        </p:nvSpPr>
        <p:spPr>
          <a:xfrm>
            <a:off x="530352" y="786384"/>
            <a:ext cx="10789920" cy="329184"/>
          </a:xfrm>
          <a:prstGeom prst="rect">
            <a:avLst/>
          </a:prstGeom>
          <a:noFill/>
        </p:spPr>
        <p:txBody>
          <a:bodyPr wrap="none">
            <a:spAutoFit/>
          </a:bodyPr>
          <a:lstStyle/>
          <a:p>
            <a:pPr>
              <a:defRPr sz="1000" b="0">
                <a:solidFill>
                  <a:srgbClr val="455669"/>
                </a:solidFill>
              </a:defRPr>
            </a:pPr>
            <a:r>
              <a:t>Synthèse basée uniquement sur les données AO, la fiche qualification et les sources renseignées</a:t>
            </a:r>
          </a:p>
        </p:txBody>
      </p:sp>
      <p:sp>
        <p:nvSpPr>
          <p:cNvPr id="7" name="Rectangle 6"/>
          <p:cNvSpPr/>
          <p:nvPr/>
        </p:nvSpPr>
        <p:spPr>
          <a:xfrm>
            <a:off x="502920" y="1143000"/>
            <a:ext cx="1051560" cy="45720"/>
          </a:xfrm>
          <a:prstGeom prst="rect">
            <a:avLst/>
          </a:prstGeom>
          <a:solidFill>
            <a:srgbClr val="00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08760"/>
            <a:ext cx="2331720" cy="86868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55063"/>
            <a:ext cx="2057400" cy="292608"/>
          </a:xfrm>
          <a:prstGeom prst="rect">
            <a:avLst/>
          </a:prstGeom>
          <a:noFill/>
        </p:spPr>
        <p:txBody>
          <a:bodyPr wrap="none">
            <a:spAutoFit/>
          </a:bodyPr>
          <a:lstStyle/>
          <a:p>
            <a:pPr>
              <a:defRPr sz="1800" b="1">
                <a:solidFill>
                  <a:srgbClr val="0A151E"/>
                </a:solidFill>
              </a:defRPr>
            </a:pPr>
            <a:r>
              <a:t>WATCH</a:t>
            </a:r>
          </a:p>
        </p:txBody>
      </p:sp>
      <p:sp>
        <p:nvSpPr>
          <p:cNvPr id="10" name="TextBox 9"/>
          <p:cNvSpPr txBox="1"/>
          <p:nvPr/>
        </p:nvSpPr>
        <p:spPr>
          <a:xfrm>
            <a:off x="868680" y="2011680"/>
            <a:ext cx="2057400" cy="201168"/>
          </a:xfrm>
          <a:prstGeom prst="rect">
            <a:avLst/>
          </a:prstGeom>
          <a:noFill/>
        </p:spPr>
        <p:txBody>
          <a:bodyPr wrap="none">
            <a:spAutoFit/>
          </a:bodyPr>
          <a:lstStyle/>
          <a:p>
            <a:pPr>
              <a:defRPr sz="800" b="0">
                <a:solidFill>
                  <a:srgbClr val="455669"/>
                </a:solidFill>
              </a:defRPr>
            </a:pPr>
            <a:r>
              <a:t>Recommandation</a:t>
            </a:r>
          </a:p>
        </p:txBody>
      </p:sp>
      <p:sp>
        <p:nvSpPr>
          <p:cNvPr id="11" name="Rounded Rectangle 10"/>
          <p:cNvSpPr/>
          <p:nvPr/>
        </p:nvSpPr>
        <p:spPr>
          <a:xfrm>
            <a:off x="3429000" y="1508760"/>
            <a:ext cx="2331720" cy="86868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655063"/>
            <a:ext cx="2057400" cy="292608"/>
          </a:xfrm>
          <a:prstGeom prst="rect">
            <a:avLst/>
          </a:prstGeom>
          <a:noFill/>
        </p:spPr>
        <p:txBody>
          <a:bodyPr wrap="none">
            <a:spAutoFit/>
          </a:bodyPr>
          <a:lstStyle/>
          <a:p>
            <a:pPr>
              <a:defRPr sz="1800" b="1">
                <a:solidFill>
                  <a:srgbClr val="0A151E"/>
                </a:solidFill>
              </a:defRPr>
            </a:pPr>
            <a:r>
              <a:t>À confirmer</a:t>
            </a:r>
          </a:p>
        </p:txBody>
      </p:sp>
      <p:sp>
        <p:nvSpPr>
          <p:cNvPr id="13" name="TextBox 12"/>
          <p:cNvSpPr txBox="1"/>
          <p:nvPr/>
        </p:nvSpPr>
        <p:spPr>
          <a:xfrm>
            <a:off x="3566160" y="2011680"/>
            <a:ext cx="2057400" cy="201168"/>
          </a:xfrm>
          <a:prstGeom prst="rect">
            <a:avLst/>
          </a:prstGeom>
          <a:noFill/>
        </p:spPr>
        <p:txBody>
          <a:bodyPr wrap="none">
            <a:spAutoFit/>
          </a:bodyPr>
          <a:lstStyle/>
          <a:p>
            <a:pPr>
              <a:defRPr sz="800" b="0">
                <a:solidFill>
                  <a:srgbClr val="455669"/>
                </a:solidFill>
              </a:defRPr>
            </a:pPr>
            <a:r>
              <a:t>Score</a:t>
            </a:r>
          </a:p>
        </p:txBody>
      </p:sp>
      <p:sp>
        <p:nvSpPr>
          <p:cNvPr id="14" name="Rounded Rectangle 13"/>
          <p:cNvSpPr/>
          <p:nvPr/>
        </p:nvSpPr>
        <p:spPr>
          <a:xfrm>
            <a:off x="6126480" y="1508760"/>
            <a:ext cx="2331720" cy="86868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655063"/>
            <a:ext cx="2057400" cy="292608"/>
          </a:xfrm>
          <a:prstGeom prst="rect">
            <a:avLst/>
          </a:prstGeom>
          <a:noFill/>
        </p:spPr>
        <p:txBody>
          <a:bodyPr wrap="none">
            <a:spAutoFit/>
          </a:bodyPr>
          <a:lstStyle/>
          <a:p>
            <a:pPr>
              <a:defRPr sz="1800" b="1">
                <a:solidFill>
                  <a:srgbClr val="0A151E"/>
                </a:solidFill>
              </a:defRPr>
            </a:pPr>
            <a:r>
              <a:t>Faible</a:t>
            </a:r>
          </a:p>
        </p:txBody>
      </p:sp>
      <p:sp>
        <p:nvSpPr>
          <p:cNvPr id="16" name="TextBox 15"/>
          <p:cNvSpPr txBox="1"/>
          <p:nvPr/>
        </p:nvSpPr>
        <p:spPr>
          <a:xfrm>
            <a:off x="6263640" y="2011680"/>
            <a:ext cx="2057400" cy="201168"/>
          </a:xfrm>
          <a:prstGeom prst="rect">
            <a:avLst/>
          </a:prstGeom>
          <a:noFill/>
        </p:spPr>
        <p:txBody>
          <a:bodyPr wrap="none">
            <a:spAutoFit/>
          </a:bodyPr>
          <a:lstStyle/>
          <a:p>
            <a:pPr>
              <a:defRPr sz="800" b="0">
                <a:solidFill>
                  <a:srgbClr val="455669"/>
                </a:solidFill>
              </a:defRPr>
            </a:pPr>
            <a:r>
              <a:t>Confiance</a:t>
            </a:r>
          </a:p>
        </p:txBody>
      </p:sp>
      <p:sp>
        <p:nvSpPr>
          <p:cNvPr id="17" name="TextBox 16"/>
          <p:cNvSpPr txBox="1"/>
          <p:nvPr/>
        </p:nvSpPr>
        <p:spPr>
          <a:xfrm>
            <a:off x="868680" y="2788920"/>
            <a:ext cx="4846320" cy="2377440"/>
          </a:xfrm>
          <a:prstGeom prst="rect">
            <a:avLst/>
          </a:prstGeom>
          <a:noFill/>
        </p:spPr>
        <p:txBody>
          <a:bodyPr wrap="none">
            <a:spAutoFit/>
          </a:bodyPr>
          <a:lstStyle/>
          <a:p>
            <a:pPr>
              <a:defRPr sz="1300">
                <a:solidFill>
                  <a:srgbClr val="0A151E"/>
                </a:solidFill>
              </a:defRPr>
            </a:pPr>
            <a:r>
              <a:t>AO collecté depuis une source publique existante</a:t>
            </a:r>
          </a:p>
          <a:p>
            <a:pPr>
              <a:defRPr sz="1300">
                <a:solidFill>
                  <a:srgbClr val="0A151E"/>
                </a:solidFill>
              </a:defRPr>
            </a:pPr>
            <a:r>
              <a:t>Qualification détaillée à compléter</a:t>
            </a:r>
          </a:p>
        </p:txBody>
      </p:sp>
      <p:sp>
        <p:nvSpPr>
          <p:cNvPr id="18" name="TextBox 17"/>
          <p:cNvSpPr txBox="1"/>
          <p:nvPr/>
        </p:nvSpPr>
        <p:spPr>
          <a:xfrm>
            <a:off x="6309360" y="2788920"/>
            <a:ext cx="4846320" cy="2377440"/>
          </a:xfrm>
          <a:prstGeom prst="rect">
            <a:avLst/>
          </a:prstGeom>
          <a:noFill/>
        </p:spPr>
        <p:txBody>
          <a:bodyPr wrap="none">
            <a:spAutoFit/>
          </a:bodyPr>
          <a:lstStyle/>
          <a:p>
            <a:pPr>
              <a:defRPr sz="1300">
                <a:solidFill>
                  <a:srgbClr val="0A151E"/>
                </a:solidFill>
              </a:defRPr>
            </a:pPr>
            <a:r>
              <a:t>Budget et date limite à confirmer</a:t>
            </a:r>
          </a:p>
        </p:txBody>
      </p:sp>
      <p:sp>
        <p:nvSpPr>
          <p:cNvPr id="19" name="TextBox 18"/>
          <p:cNvSpPr txBox="1"/>
          <p:nvPr/>
        </p:nvSpPr>
        <p:spPr>
          <a:xfrm>
            <a:off x="868680" y="5623560"/>
            <a:ext cx="10149840" cy="411480"/>
          </a:xfrm>
          <a:prstGeom prst="rect">
            <a:avLst/>
          </a:prstGeom>
          <a:noFill/>
        </p:spPr>
        <p:txBody>
          <a:bodyPr wrap="none">
            <a:spAutoFit/>
          </a:bodyPr>
          <a:lstStyle/>
          <a:p>
            <a:pPr>
              <a:defRPr sz="1200" b="1">
                <a:solidFill>
                  <a:srgbClr val="173044"/>
                </a:solidFill>
              </a:defRPr>
            </a:pPr>
            <a:r>
              <a:t>Prochaine action : Qualifier le dossier avec les pièces AO avant décision GO/NO GO.</a:t>
            </a:r>
          </a:p>
        </p:txBody>
      </p:sp>
      <p:sp>
        <p:nvSpPr>
          <p:cNvPr id="20" name="TextBox 19"/>
          <p:cNvSpPr txBox="1"/>
          <p:nvPr/>
        </p:nvSpPr>
        <p:spPr>
          <a:xfrm>
            <a:off x="502920" y="6510528"/>
            <a:ext cx="10972800" cy="201168"/>
          </a:xfrm>
          <a:prstGeom prst="rect">
            <a:avLst/>
          </a:prstGeom>
          <a:noFill/>
        </p:spPr>
        <p:txBody>
          <a:bodyPr wrap="none">
            <a:spAutoFit/>
          </a:bodyPr>
          <a:lstStyle/>
          <a:p>
            <a:pPr>
              <a:defRPr sz="700" b="0">
                <a:solidFill>
                  <a:srgbClr val="455669"/>
                </a:solidFill>
              </a:defRPr>
            </a:pPr>
            <a:r>
              <a:t>Sources : World Bank Procurement Notices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02920" y="320040"/>
            <a:ext cx="11064240" cy="411480"/>
          </a:xfrm>
          <a:prstGeom prst="rect">
            <a:avLst/>
          </a:prstGeom>
          <a:noFill/>
        </p:spPr>
        <p:txBody>
          <a:bodyPr wrap="none">
            <a:spAutoFit/>
          </a:bodyPr>
          <a:lstStyle/>
          <a:p>
            <a:pPr>
              <a:defRPr sz="2200" b="1">
                <a:solidFill>
                  <a:srgbClr val="0A151E"/>
                </a:solidFill>
              </a:defRPr>
            </a:pPr>
            <a:r>
              <a:t>Qualification synthétique</a:t>
            </a:r>
          </a:p>
        </p:txBody>
      </p:sp>
      <p:sp>
        <p:nvSpPr>
          <p:cNvPr id="6" name="TextBox 5"/>
          <p:cNvSpPr txBox="1"/>
          <p:nvPr/>
        </p:nvSpPr>
        <p:spPr>
          <a:xfrm>
            <a:off x="530352" y="786384"/>
            <a:ext cx="10789920" cy="329184"/>
          </a:xfrm>
          <a:prstGeom prst="rect">
            <a:avLst/>
          </a:prstGeom>
          <a:noFill/>
        </p:spPr>
        <p:txBody>
          <a:bodyPr wrap="none">
            <a:spAutoFit/>
          </a:bodyPr>
          <a:lstStyle/>
          <a:p>
            <a:pPr>
              <a:defRPr sz="1000" b="0">
                <a:solidFill>
                  <a:srgbClr val="455669"/>
                </a:solidFill>
              </a:defRPr>
            </a:pPr>
            <a:r>
              <a:t>Synthèse de validation générée à partir d’un AO réellement présent dans le cache local.</a:t>
            </a:r>
          </a:p>
        </p:txBody>
      </p:sp>
      <p:sp>
        <p:nvSpPr>
          <p:cNvPr id="7" name="Rectangle 6"/>
          <p:cNvSpPr/>
          <p:nvPr/>
        </p:nvSpPr>
        <p:spPr>
          <a:xfrm>
            <a:off x="502920" y="1143000"/>
            <a:ext cx="1051560" cy="45720"/>
          </a:xfrm>
          <a:prstGeom prst="rect">
            <a:avLst/>
          </a:prstGeom>
          <a:solidFill>
            <a:srgbClr val="00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5120640" cy="228600"/>
          </a:xfrm>
          <a:prstGeom prst="rect">
            <a:avLst/>
          </a:prstGeom>
          <a:noFill/>
        </p:spPr>
        <p:txBody>
          <a:bodyPr wrap="none">
            <a:spAutoFit/>
          </a:bodyPr>
          <a:lstStyle/>
          <a:p>
            <a:pPr>
              <a:defRPr sz="1200" b="1">
                <a:solidFill>
                  <a:srgbClr val="0A151E"/>
                </a:solidFill>
              </a:defRPr>
            </a:pPr>
            <a:r>
              <a:t>Contexte client</a:t>
            </a:r>
          </a:p>
        </p:txBody>
      </p:sp>
      <p:sp>
        <p:nvSpPr>
          <p:cNvPr id="9" name="TextBox 8"/>
          <p:cNvSpPr txBox="1"/>
          <p:nvPr/>
        </p:nvSpPr>
        <p:spPr>
          <a:xfrm>
            <a:off x="685800" y="1737360"/>
            <a:ext cx="5120640" cy="1005840"/>
          </a:xfrm>
          <a:prstGeom prst="rect">
            <a:avLst/>
          </a:prstGeom>
          <a:noFill/>
        </p:spPr>
        <p:txBody>
          <a:bodyPr wrap="none">
            <a:spAutoFit/>
          </a:bodyPr>
          <a:lstStyle/>
          <a:p>
            <a:pPr>
              <a:defRPr sz="1100" b="0">
                <a:solidFill>
                  <a:srgbClr val="455669"/>
                </a:solidFill>
              </a:defRPr>
            </a:pPr>
            <a:r>
              <a:t>Afghanistan: System Enhancement for Health Action in Transition Project</a:t>
            </a:r>
          </a:p>
        </p:txBody>
      </p:sp>
      <p:sp>
        <p:nvSpPr>
          <p:cNvPr id="10" name="TextBox 9"/>
          <p:cNvSpPr txBox="1"/>
          <p:nvPr/>
        </p:nvSpPr>
        <p:spPr>
          <a:xfrm>
            <a:off x="685800" y="2971800"/>
            <a:ext cx="5120640" cy="228600"/>
          </a:xfrm>
          <a:prstGeom prst="rect">
            <a:avLst/>
          </a:prstGeom>
          <a:noFill/>
        </p:spPr>
        <p:txBody>
          <a:bodyPr wrap="none">
            <a:spAutoFit/>
          </a:bodyPr>
          <a:lstStyle/>
          <a:p>
            <a:pPr>
              <a:defRPr sz="1200" b="1">
                <a:solidFill>
                  <a:srgbClr val="0A151E"/>
                </a:solidFill>
              </a:defRPr>
            </a:pPr>
            <a:r>
              <a:t>Périmètre</a:t>
            </a:r>
          </a:p>
        </p:txBody>
      </p:sp>
      <p:sp>
        <p:nvSpPr>
          <p:cNvPr id="11" name="TextBox 10"/>
          <p:cNvSpPr txBox="1"/>
          <p:nvPr/>
        </p:nvSpPr>
        <p:spPr>
          <a:xfrm>
            <a:off x="685800" y="3291840"/>
            <a:ext cx="5120640" cy="1005840"/>
          </a:xfrm>
          <a:prstGeom prst="rect">
            <a:avLst/>
          </a:prstGeom>
          <a:noFill/>
        </p:spPr>
        <p:txBody>
          <a:bodyPr wrap="none">
            <a:spAutoFit/>
          </a:bodyPr>
          <a:lstStyle/>
          <a:p>
            <a:pPr>
              <a:defRPr sz="1100" b="0">
                <a:solidFill>
                  <a:srgbClr val="455669"/>
                </a:solidFill>
              </a:defRPr>
            </a:pPr>
            <a:r>
              <a:t>Afghanistan: System Enhancement for Health Action in Transition Project</a:t>
            </a:r>
          </a:p>
        </p:txBody>
      </p:sp>
      <p:sp>
        <p:nvSpPr>
          <p:cNvPr id="12" name="TextBox 11"/>
          <p:cNvSpPr txBox="1"/>
          <p:nvPr/>
        </p:nvSpPr>
        <p:spPr>
          <a:xfrm>
            <a:off x="6263640" y="1417320"/>
            <a:ext cx="5029200" cy="228600"/>
          </a:xfrm>
          <a:prstGeom prst="rect">
            <a:avLst/>
          </a:prstGeom>
          <a:noFill/>
        </p:spPr>
        <p:txBody>
          <a:bodyPr wrap="none">
            <a:spAutoFit/>
          </a:bodyPr>
          <a:lstStyle/>
          <a:p>
            <a:pPr>
              <a:defRPr sz="1200" b="1">
                <a:solidFill>
                  <a:srgbClr val="0A151E"/>
                </a:solidFill>
              </a:defRPr>
            </a:pPr>
            <a:r>
              <a:t>Enjeux et thèmes de gain</a:t>
            </a:r>
          </a:p>
        </p:txBody>
      </p:sp>
      <p:sp>
        <p:nvSpPr>
          <p:cNvPr id="13" name="TextBox 12"/>
          <p:cNvSpPr txBox="1"/>
          <p:nvPr/>
        </p:nvSpPr>
        <p:spPr>
          <a:xfrm>
            <a:off x="6263640" y="1737360"/>
            <a:ext cx="5029200" cy="3291840"/>
          </a:xfrm>
          <a:prstGeom prst="rect">
            <a:avLst/>
          </a:prstGeom>
          <a:noFill/>
        </p:spPr>
        <p:txBody>
          <a:bodyPr wrap="none">
            <a:spAutoFit/>
          </a:bodyPr>
          <a:lstStyle/>
          <a:p>
            <a:pPr>
              <a:defRPr sz="1300">
                <a:solidFill>
                  <a:srgbClr val="0A151E"/>
                </a:solidFill>
              </a:defRPr>
            </a:pPr>
            <a:r>
              <a:t>Contract Award</a:t>
            </a:r>
          </a:p>
          <a:p>
            <a:pPr>
              <a:defRPr sz="1300">
                <a:solidFill>
                  <a:srgbClr val="0A151E"/>
                </a:solidFill>
              </a:defRPr>
            </a:pPr>
            <a:r>
              <a:t>Clarification du besoin</a:t>
            </a:r>
          </a:p>
          <a:p>
            <a:pPr>
              <a:defRPr sz="1300">
                <a:solidFill>
                  <a:srgbClr val="0A151E"/>
                </a:solidFill>
              </a:defRPr>
            </a:pPr>
            <a:r>
              <a:t>Traçabilité source</a:t>
            </a:r>
          </a:p>
        </p:txBody>
      </p:sp>
      <p:sp>
        <p:nvSpPr>
          <p:cNvPr id="14" name="TextBox 13"/>
          <p:cNvSpPr txBox="1"/>
          <p:nvPr/>
        </p:nvSpPr>
        <p:spPr>
          <a:xfrm>
            <a:off x="502920" y="6510528"/>
            <a:ext cx="10972800" cy="201168"/>
          </a:xfrm>
          <a:prstGeom prst="rect">
            <a:avLst/>
          </a:prstGeom>
          <a:noFill/>
        </p:spPr>
        <p:txBody>
          <a:bodyPr wrap="none">
            <a:spAutoFit/>
          </a:bodyPr>
          <a:lstStyle/>
          <a:p>
            <a:pPr>
              <a:defRPr sz="700" b="0">
                <a:solidFill>
                  <a:srgbClr val="455669"/>
                </a:solidFill>
              </a:defRPr>
            </a:pPr>
            <a:r>
              <a:t>Sources : World Bank Procurement Notices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02920" y="320040"/>
            <a:ext cx="11064240" cy="411480"/>
          </a:xfrm>
          <a:prstGeom prst="rect">
            <a:avLst/>
          </a:prstGeom>
          <a:noFill/>
        </p:spPr>
        <p:txBody>
          <a:bodyPr wrap="none">
            <a:spAutoFit/>
          </a:bodyPr>
          <a:lstStyle/>
          <a:p>
            <a:pPr>
              <a:defRPr sz="2200" b="1">
                <a:solidFill>
                  <a:srgbClr val="0A151E"/>
                </a:solidFill>
              </a:defRPr>
            </a:pPr>
            <a:r>
              <a:t>Risques et questions ouvertes</a:t>
            </a:r>
          </a:p>
        </p:txBody>
      </p:sp>
      <p:sp>
        <p:nvSpPr>
          <p:cNvPr id="6" name="TextBox 5"/>
          <p:cNvSpPr txBox="1"/>
          <p:nvPr/>
        </p:nvSpPr>
        <p:spPr>
          <a:xfrm>
            <a:off x="530352" y="786384"/>
            <a:ext cx="10789920" cy="329184"/>
          </a:xfrm>
          <a:prstGeom prst="rect">
            <a:avLst/>
          </a:prstGeom>
          <a:noFill/>
        </p:spPr>
        <p:txBody>
          <a:bodyPr wrap="none">
            <a:spAutoFit/>
          </a:bodyPr>
          <a:lstStyle/>
          <a:p>
            <a:pPr>
              <a:defRPr sz="1000" b="0">
                <a:solidFill>
                  <a:srgbClr val="455669"/>
                </a:solidFill>
              </a:defRPr>
            </a:pPr>
            <a:r>
              <a:t>Points à sécuriser avant engagement ferme</a:t>
            </a:r>
          </a:p>
        </p:txBody>
      </p:sp>
      <p:sp>
        <p:nvSpPr>
          <p:cNvPr id="7" name="Rectangle 6"/>
          <p:cNvSpPr/>
          <p:nvPr/>
        </p:nvSpPr>
        <p:spPr>
          <a:xfrm>
            <a:off x="502920" y="1143000"/>
            <a:ext cx="1051560" cy="45720"/>
          </a:xfrm>
          <a:prstGeom prst="rect">
            <a:avLst/>
          </a:prstGeom>
          <a:solidFill>
            <a:srgbClr val="00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85800" y="1417320"/>
          <a:ext cx="10789920" cy="2331720"/>
        </p:xfrm>
        <a:graphic>
          <a:graphicData uri="http://schemas.openxmlformats.org/drawingml/2006/table">
            <a:tbl>
              <a:tblPr firstRow="1" bandRow="1">
                <a:tableStyleId>{5C22544A-7EE6-4342-B048-85BDC9FD1C3A}</a:tableStyleId>
              </a:tblPr>
              <a:tblGrid>
                <a:gridCol w="3596640"/>
                <a:gridCol w="3596640"/>
                <a:gridCol w="3596640"/>
              </a:tblGrid>
              <a:tr h="1165860">
                <a:tc>
                  <a:txBody>
                    <a:bodyPr/>
                    <a:lstStyle/>
                    <a:p>
                      <a:pPr>
                        <a:defRPr sz="800">
                          <a:solidFill>
                            <a:srgbClr val="FFFFFF"/>
                          </a:solidFill>
                        </a:defRPr>
                      </a:pPr>
                      <a:r>
                        <a:t>Risque</a:t>
                      </a:r>
                    </a:p>
                  </a:txBody>
                  <a:tcPr>
                    <a:solidFill>
                      <a:srgbClr val="0A151E"/>
                    </a:solidFill>
                  </a:tcPr>
                </a:tc>
                <a:tc>
                  <a:txBody>
                    <a:bodyPr/>
                    <a:lstStyle/>
                    <a:p>
                      <a:pPr>
                        <a:defRPr sz="800">
                          <a:solidFill>
                            <a:srgbClr val="FFFFFF"/>
                          </a:solidFill>
                        </a:defRPr>
                      </a:pPr>
                      <a:r>
                        <a:t>Sévérité</a:t>
                      </a:r>
                    </a:p>
                  </a:txBody>
                  <a:tcPr>
                    <a:solidFill>
                      <a:srgbClr val="0A151E"/>
                    </a:solidFill>
                  </a:tcPr>
                </a:tc>
                <a:tc>
                  <a:txBody>
                    <a:bodyPr/>
                    <a:lstStyle/>
                    <a:p>
                      <a:pPr>
                        <a:defRPr sz="800">
                          <a:solidFill>
                            <a:srgbClr val="FFFFFF"/>
                          </a:solidFill>
                        </a:defRPr>
                      </a:pPr>
                      <a:r>
                        <a:t>Mitigation</a:t>
                      </a:r>
                    </a:p>
                  </a:txBody>
                  <a:tcPr>
                    <a:solidFill>
                      <a:srgbClr val="0A151E"/>
                    </a:solidFill>
                  </a:tcPr>
                </a:tc>
              </a:tr>
              <a:tr h="1165860">
                <a:tc>
                  <a:txBody>
                    <a:bodyPr/>
                    <a:lstStyle/>
                    <a:p>
                      <a:pPr>
                        <a:defRPr sz="800"/>
                      </a:pPr>
                      <a:r>
                        <a:t>Informations incomplètes</a:t>
                      </a:r>
                    </a:p>
                  </a:txBody>
                  <a:tcPr/>
                </a:tc>
                <a:tc>
                  <a:txBody>
                    <a:bodyPr/>
                    <a:lstStyle/>
                    <a:p>
                      <a:pPr>
                        <a:defRPr sz="800"/>
                      </a:pPr>
                      <a:r>
                        <a:t>Moyen</a:t>
                      </a:r>
                    </a:p>
                  </a:txBody>
                  <a:tcPr/>
                </a:tc>
                <a:tc>
                  <a:txBody>
                    <a:bodyPr/>
                    <a:lstStyle/>
                    <a:p>
                      <a:pPr>
                        <a:defRPr sz="800"/>
                      </a:pPr>
                      <a:r>
                        <a:t>Compléter la qualification documentaire.</a:t>
                      </a:r>
                    </a:p>
                  </a:txBody>
                  <a:tcPr/>
                </a:tc>
              </a:tr>
            </a:tbl>
          </a:graphicData>
        </a:graphic>
      </p:graphicFrame>
      <p:sp>
        <p:nvSpPr>
          <p:cNvPr id="9" name="TextBox 8"/>
          <p:cNvSpPr txBox="1"/>
          <p:nvPr/>
        </p:nvSpPr>
        <p:spPr>
          <a:xfrm>
            <a:off x="685800" y="4069080"/>
            <a:ext cx="5120640" cy="228600"/>
          </a:xfrm>
          <a:prstGeom prst="rect">
            <a:avLst/>
          </a:prstGeom>
          <a:noFill/>
        </p:spPr>
        <p:txBody>
          <a:bodyPr wrap="none">
            <a:spAutoFit/>
          </a:bodyPr>
          <a:lstStyle/>
          <a:p>
            <a:pPr>
              <a:defRPr sz="1200" b="1">
                <a:solidFill>
                  <a:srgbClr val="0A151E"/>
                </a:solidFill>
              </a:defRPr>
            </a:pPr>
            <a:r>
              <a:t>Questions de clarification</a:t>
            </a:r>
          </a:p>
        </p:txBody>
      </p:sp>
      <p:sp>
        <p:nvSpPr>
          <p:cNvPr id="10" name="TextBox 9"/>
          <p:cNvSpPr txBox="1"/>
          <p:nvPr/>
        </p:nvSpPr>
        <p:spPr>
          <a:xfrm>
            <a:off x="685800" y="4389120"/>
            <a:ext cx="10424160" cy="1325880"/>
          </a:xfrm>
          <a:prstGeom prst="rect">
            <a:avLst/>
          </a:prstGeom>
          <a:noFill/>
        </p:spPr>
        <p:txBody>
          <a:bodyPr wrap="none">
            <a:spAutoFit/>
          </a:bodyPr>
          <a:lstStyle/>
          <a:p>
            <a:pPr>
              <a:defRPr sz="1100">
                <a:solidFill>
                  <a:srgbClr val="0A151E"/>
                </a:solidFill>
              </a:defRPr>
            </a:pPr>
            <a:r>
              <a:t>Quels sont les critères de notation ?</a:t>
            </a:r>
          </a:p>
          <a:p>
            <a:pPr>
              <a:defRPr sz="1100">
                <a:solidFill>
                  <a:srgbClr val="0A151E"/>
                </a:solidFill>
              </a:defRPr>
            </a:pPr>
            <a:r>
              <a:t>Quel est le calendrier confirmé ?</a:t>
            </a:r>
          </a:p>
        </p:txBody>
      </p:sp>
      <p:sp>
        <p:nvSpPr>
          <p:cNvPr id="11" name="TextBox 10"/>
          <p:cNvSpPr txBox="1"/>
          <p:nvPr/>
        </p:nvSpPr>
        <p:spPr>
          <a:xfrm>
            <a:off x="502920" y="6510528"/>
            <a:ext cx="10972800" cy="201168"/>
          </a:xfrm>
          <a:prstGeom prst="rect">
            <a:avLst/>
          </a:prstGeom>
          <a:noFill/>
        </p:spPr>
        <p:txBody>
          <a:bodyPr wrap="none">
            <a:spAutoFit/>
          </a:bodyPr>
          <a:lstStyle/>
          <a:p>
            <a:pPr>
              <a:defRPr sz="700" b="0">
                <a:solidFill>
                  <a:srgbClr val="455669"/>
                </a:solidFill>
              </a:defRPr>
            </a:pPr>
            <a:r>
              <a:t>Sources : World Bank Procurement Notices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02920" y="320040"/>
            <a:ext cx="11064240" cy="411480"/>
          </a:xfrm>
          <a:prstGeom prst="rect">
            <a:avLst/>
          </a:prstGeom>
          <a:noFill/>
        </p:spPr>
        <p:txBody>
          <a:bodyPr wrap="none">
            <a:spAutoFit/>
          </a:bodyPr>
          <a:lstStyle/>
          <a:p>
            <a:pPr>
              <a:defRPr sz="2200" b="1">
                <a:solidFill>
                  <a:srgbClr val="0A151E"/>
                </a:solidFill>
              </a:defRPr>
            </a:pPr>
            <a:r>
              <a:t>Sources et hypothèses</a:t>
            </a:r>
          </a:p>
        </p:txBody>
      </p:sp>
      <p:sp>
        <p:nvSpPr>
          <p:cNvPr id="6" name="TextBox 5"/>
          <p:cNvSpPr txBox="1"/>
          <p:nvPr/>
        </p:nvSpPr>
        <p:spPr>
          <a:xfrm>
            <a:off x="530352" y="786384"/>
            <a:ext cx="10789920" cy="329184"/>
          </a:xfrm>
          <a:prstGeom prst="rect">
            <a:avLst/>
          </a:prstGeom>
          <a:noFill/>
        </p:spPr>
        <p:txBody>
          <a:bodyPr wrap="none">
            <a:spAutoFit/>
          </a:bodyPr>
          <a:lstStyle/>
          <a:p>
            <a:pPr>
              <a:defRPr sz="1000" b="0">
                <a:solidFill>
                  <a:srgbClr val="455669"/>
                </a:solidFill>
              </a:defRPr>
            </a:pPr>
            <a:r>
              <a:t>Aucun chiffre n'est ajouté s'il n'est pas présent dans les données AO ou les référentiels</a:t>
            </a:r>
          </a:p>
        </p:txBody>
      </p:sp>
      <p:sp>
        <p:nvSpPr>
          <p:cNvPr id="7" name="Rectangle 6"/>
          <p:cNvSpPr/>
          <p:nvPr/>
        </p:nvSpPr>
        <p:spPr>
          <a:xfrm>
            <a:off x="502920" y="1143000"/>
            <a:ext cx="1051560" cy="45720"/>
          </a:xfrm>
          <a:prstGeom prst="rect">
            <a:avLst/>
          </a:prstGeom>
          <a:solidFill>
            <a:srgbClr val="00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85800" y="1417320"/>
          <a:ext cx="10789920" cy="2148840"/>
        </p:xfrm>
        <a:graphic>
          <a:graphicData uri="http://schemas.openxmlformats.org/drawingml/2006/table">
            <a:tbl>
              <a:tblPr firstRow="1" bandRow="1">
                <a:tableStyleId>{5C22544A-7EE6-4342-B048-85BDC9FD1C3A}</a:tableStyleId>
              </a:tblPr>
              <a:tblGrid>
                <a:gridCol w="3596640"/>
                <a:gridCol w="3596640"/>
                <a:gridCol w="3596640"/>
              </a:tblGrid>
              <a:tr h="1074420">
                <a:tc>
                  <a:txBody>
                    <a:bodyPr/>
                    <a:lstStyle/>
                    <a:p>
                      <a:pPr>
                        <a:defRPr sz="800">
                          <a:solidFill>
                            <a:srgbClr val="FFFFFF"/>
                          </a:solidFill>
                        </a:defRPr>
                      </a:pPr>
                      <a:r>
                        <a:t>Source</a:t>
                      </a:r>
                    </a:p>
                  </a:txBody>
                  <a:tcPr>
                    <a:solidFill>
                      <a:srgbClr val="0A151E"/>
                    </a:solidFill>
                  </a:tcPr>
                </a:tc>
                <a:tc>
                  <a:txBody>
                    <a:bodyPr/>
                    <a:lstStyle/>
                    <a:p>
                      <a:pPr>
                        <a:defRPr sz="800">
                          <a:solidFill>
                            <a:srgbClr val="FFFFFF"/>
                          </a:solidFill>
                        </a:defRPr>
                      </a:pPr>
                      <a:r>
                        <a:t>URL</a:t>
                      </a:r>
                    </a:p>
                  </a:txBody>
                  <a:tcPr>
                    <a:solidFill>
                      <a:srgbClr val="0A151E"/>
                    </a:solidFill>
                  </a:tcPr>
                </a:tc>
                <a:tc>
                  <a:txBody>
                    <a:bodyPr/>
                    <a:lstStyle/>
                    <a:p>
                      <a:pPr>
                        <a:defRPr sz="800">
                          <a:solidFill>
                            <a:srgbClr val="FFFFFF"/>
                          </a:solidFill>
                        </a:defRPr>
                      </a:pPr>
                      <a:r>
                        <a:t>Consultation</a:t>
                      </a:r>
                    </a:p>
                  </a:txBody>
                  <a:tcPr>
                    <a:solidFill>
                      <a:srgbClr val="0A151E"/>
                    </a:solidFill>
                  </a:tcPr>
                </a:tc>
              </a:tr>
              <a:tr h="1074420">
                <a:tc>
                  <a:txBody>
                    <a:bodyPr/>
                    <a:lstStyle/>
                    <a:p>
                      <a:pPr>
                        <a:defRPr sz="800"/>
                      </a:pPr>
                      <a:r>
                        <a:t>World Bank Procurement Notices</a:t>
                      </a:r>
                    </a:p>
                  </a:txBody>
                  <a:tcPr/>
                </a:tc>
                <a:tc>
                  <a:txBody>
                    <a:bodyPr/>
                    <a:lstStyle/>
                    <a:p>
                      <a:pPr>
                        <a:defRPr sz="800"/>
                      </a:pPr>
                      <a:r>
                        <a:t>https://search.worldbank.org/api/procnotices?format=json&amp;id=OP00042236</a:t>
                      </a:r>
                    </a:p>
                  </a:txBody>
                  <a:tcPr/>
                </a:tc>
                <a:tc>
                  <a:txBody>
                    <a:bodyPr/>
                    <a:lstStyle/>
                    <a:p>
                      <a:pPr>
                        <a:defRPr sz="800"/>
                      </a:pPr>
                      <a:r>
                        <a:t>2026-05-07T18:28:21.827Z</a:t>
                      </a:r>
                    </a:p>
                  </a:txBody>
                  <a:tcPr/>
                </a:tc>
              </a:tr>
            </a:tbl>
          </a:graphicData>
        </a:graphic>
      </p:graphicFrame>
      <p:sp>
        <p:nvSpPr>
          <p:cNvPr id="9" name="TextBox 8"/>
          <p:cNvSpPr txBox="1"/>
          <p:nvPr/>
        </p:nvSpPr>
        <p:spPr>
          <a:xfrm>
            <a:off x="685800" y="3886200"/>
            <a:ext cx="4572000" cy="228600"/>
          </a:xfrm>
          <a:prstGeom prst="rect">
            <a:avLst/>
          </a:prstGeom>
          <a:noFill/>
        </p:spPr>
        <p:txBody>
          <a:bodyPr wrap="none">
            <a:spAutoFit/>
          </a:bodyPr>
          <a:lstStyle/>
          <a:p>
            <a:pPr>
              <a:defRPr sz="1200" b="1">
                <a:solidFill>
                  <a:srgbClr val="0A151E"/>
                </a:solidFill>
              </a:defRPr>
            </a:pPr>
            <a:r>
              <a:t>Hypothèses à confirmer</a:t>
            </a:r>
          </a:p>
        </p:txBody>
      </p:sp>
      <p:sp>
        <p:nvSpPr>
          <p:cNvPr id="10" name="TextBox 9"/>
          <p:cNvSpPr txBox="1"/>
          <p:nvPr/>
        </p:nvSpPr>
        <p:spPr>
          <a:xfrm>
            <a:off x="685800" y="4206240"/>
            <a:ext cx="10332720" cy="1371600"/>
          </a:xfrm>
          <a:prstGeom prst="rect">
            <a:avLst/>
          </a:prstGeom>
          <a:noFill/>
        </p:spPr>
        <p:txBody>
          <a:bodyPr wrap="none">
            <a:spAutoFit/>
          </a:bodyPr>
          <a:lstStyle/>
          <a:p>
            <a:pPr>
              <a:defRPr sz="1100">
                <a:solidFill>
                  <a:srgbClr val="0A151E"/>
                </a:solidFill>
              </a:defRPr>
            </a:pPr>
            <a:r>
              <a:t>Budget et deadline non publiés dans la source cache.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 Placeholder 3"/>
          <p:cNvSpPr>
            <a:spLocks noGrp="1"/>
          </p:cNvSpPr>
          <p:nvPr>
            <p:ph type="body" idx="13" sz="quarter"/>
          </p:nvPr>
        </p:nvSpPr>
        <p:spPr/>
        <p:txBody>
          <a:bodyPr/>
          <a:lstStyle/>
          <a:p/>
        </p:txBody>
      </p:sp>
      <p:sp>
        <p:nvSpPr>
          <p:cNvPr id="5" name="TextBox 4"/>
          <p:cNvSpPr txBox="1"/>
          <p:nvPr/>
        </p:nvSpPr>
        <p:spPr>
          <a:xfrm>
            <a:off x="502920" y="320040"/>
            <a:ext cx="11064240" cy="411480"/>
          </a:xfrm>
          <a:prstGeom prst="rect">
            <a:avLst/>
          </a:prstGeom>
          <a:noFill/>
        </p:spPr>
        <p:txBody>
          <a:bodyPr wrap="none">
            <a:spAutoFit/>
          </a:bodyPr>
          <a:lstStyle/>
          <a:p>
            <a:pPr>
              <a:defRPr sz="2200" b="1">
                <a:solidFill>
                  <a:srgbClr val="0A151E"/>
                </a:solidFill>
              </a:defRPr>
            </a:pPr>
            <a:r>
              <a:t>Conclusion</a:t>
            </a:r>
          </a:p>
        </p:txBody>
      </p:sp>
      <p:sp>
        <p:nvSpPr>
          <p:cNvPr id="6" name="TextBox 5"/>
          <p:cNvSpPr txBox="1"/>
          <p:nvPr/>
        </p:nvSpPr>
        <p:spPr>
          <a:xfrm>
            <a:off x="530352" y="786384"/>
            <a:ext cx="10789920" cy="329184"/>
          </a:xfrm>
          <a:prstGeom prst="rect">
            <a:avLst/>
          </a:prstGeom>
          <a:noFill/>
        </p:spPr>
        <p:txBody>
          <a:bodyPr wrap="none">
            <a:spAutoFit/>
          </a:bodyPr>
          <a:lstStyle/>
          <a:p>
            <a:pPr>
              <a:defRPr sz="1000" b="0">
                <a:solidFill>
                  <a:srgbClr val="455669"/>
                </a:solidFill>
              </a:defRPr>
            </a:pPr>
            <a:r>
              <a:t>Recommandation : WATCH</a:t>
            </a:r>
          </a:p>
        </p:txBody>
      </p:sp>
      <p:sp>
        <p:nvSpPr>
          <p:cNvPr id="7" name="Rectangle 6"/>
          <p:cNvSpPr/>
          <p:nvPr/>
        </p:nvSpPr>
        <p:spPr>
          <a:xfrm>
            <a:off x="502920" y="1143000"/>
            <a:ext cx="1051560" cy="45720"/>
          </a:xfrm>
          <a:prstGeom prst="rect">
            <a:avLst/>
          </a:prstGeom>
          <a:solidFill>
            <a:srgbClr val="00D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54480"/>
            <a:ext cx="4937760" cy="2286000"/>
          </a:xfrm>
          <a:prstGeom prst="rect">
            <a:avLst/>
          </a:prstGeom>
          <a:noFill/>
        </p:spPr>
        <p:txBody>
          <a:bodyPr wrap="none">
            <a:spAutoFit/>
          </a:bodyPr>
          <a:lstStyle/>
          <a:p>
            <a:pPr>
              <a:defRPr sz="1400">
                <a:solidFill>
                  <a:srgbClr val="0A151E"/>
                </a:solidFill>
              </a:defRPr>
            </a:pPr>
            <a:r>
              <a:t>Réponse structurée</a:t>
            </a:r>
          </a:p>
          <a:p>
            <a:pPr>
              <a:defRPr sz="1400">
                <a:solidFill>
                  <a:srgbClr val="0A151E"/>
                </a:solidFill>
              </a:defRPr>
            </a:pPr>
            <a:r>
              <a:t>Données sourcées</a:t>
            </a:r>
          </a:p>
        </p:txBody>
      </p:sp>
      <p:sp>
        <p:nvSpPr>
          <p:cNvPr id="9" name="TextBox 8"/>
          <p:cNvSpPr txBox="1"/>
          <p:nvPr/>
        </p:nvSpPr>
        <p:spPr>
          <a:xfrm>
            <a:off x="6309360" y="1554480"/>
            <a:ext cx="4754880" cy="1828800"/>
          </a:xfrm>
          <a:prstGeom prst="rect">
            <a:avLst/>
          </a:prstGeom>
          <a:noFill/>
        </p:spPr>
        <p:txBody>
          <a:bodyPr wrap="none">
            <a:spAutoFit/>
          </a:bodyPr>
          <a:lstStyle/>
          <a:p>
            <a:pPr>
              <a:defRPr sz="1600" b="1">
                <a:solidFill>
                  <a:srgbClr val="173044"/>
                </a:solidFill>
              </a:defRPr>
            </a:pPr>
            <a:r>
              <a:t>Qualifier le dossier avec les pièces AO avant décision GO/NO GO.</a:t>
            </a:r>
          </a:p>
        </p:txBody>
      </p:sp>
      <p:sp>
        <p:nvSpPr>
          <p:cNvPr id="10" name="TextBox 9"/>
          <p:cNvSpPr txBox="1"/>
          <p:nvPr/>
        </p:nvSpPr>
        <p:spPr>
          <a:xfrm>
            <a:off x="502920" y="6510528"/>
            <a:ext cx="10972800" cy="201168"/>
          </a:xfrm>
          <a:prstGeom prst="rect">
            <a:avLst/>
          </a:prstGeom>
          <a:noFill/>
        </p:spPr>
        <p:txBody>
          <a:bodyPr wrap="none">
            <a:spAutoFit/>
          </a:bodyPr>
          <a:lstStyle/>
          <a:p>
            <a:pPr>
              <a:defRPr sz="700" b="0">
                <a:solidFill>
                  <a:srgbClr val="455669"/>
                </a:solidFill>
              </a:defRPr>
            </a:pPr>
            <a:r>
              <a:t>Sources : World Bank Procurement Notices</a:t>
            </a:r>
          </a:p>
        </p:txBody>
      </p:sp>
    </p:spTree>
  </p:cSld>
  <p:clrMapOvr>
    <a:masterClrMapping/>
  </p:clrMapOvr>
</p:sld>
</file>

<file path=ppt/theme/theme1.xml><?xml version="1.0" encoding="utf-8"?>
<a:theme xmlns:a="http://schemas.openxmlformats.org/drawingml/2006/main" name="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Office Theme" id="{EC591BEC-0146-4DF3-B67A-A4B93855DA04}" vid="{37DB5301-5DDE-4F9D-A92B-7C1F69100BC7}"/>
    </a:ext>
  </a:extLst>
</a:theme>
</file>

<file path=ppt/theme/theme2.xml><?xml version="1.0" encoding="utf-8"?>
<a:theme xmlns:a="http://schemas.openxmlformats.org/drawingml/2006/main" name="Small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anchor="ctr"/>
      <a:lstStyle>
        <a:defPPr marL="180000" algn="l">
          <a:defRPr dirty="0" err="1"/>
        </a:defPPr>
      </a:lstStyle>
    </a:tx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Office Theme" id="{EC591BEC-0146-4DF3-B67A-A4B93855DA04}" vid="{37DB5301-5DDE-4F9D-A92B-7C1F69100BC7}"/>
    </a:ext>
  </a:extLst>
</a:theme>
</file>

<file path=ppt/theme/theme3.xml><?xml version="1.0" encoding="utf-8"?>
<a:theme xmlns:a="http://schemas.openxmlformats.org/drawingml/2006/main" name="1_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Office Theme" id="{EC591BEC-0146-4DF3-B67A-A4B93855DA04}" vid="{37DB5301-5DDE-4F9D-A92B-7C1F69100BC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1101b10e-725f-4646-8616-56044515ef11">
      <UserInfo>
        <DisplayName/>
        <AccountId xsi:nil="true"/>
        <AccountType/>
      </UserInfo>
    </SharedWithUsers>
    <lcf76f155ced4ddcb4097134ff3c332f xmlns="ee8bbf55-800d-4d58-8a8b-09c947e9a00c">
      <Terms xmlns="http://schemas.microsoft.com/office/infopath/2007/PartnerControls"/>
    </lcf76f155ced4ddcb4097134ff3c332f>
    <TaxCatchAll xmlns="1101b10e-725f-4646-8616-56044515ef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252DC78910B646986030E96C481723" ma:contentTypeVersion="18" ma:contentTypeDescription="Create a new document." ma:contentTypeScope="" ma:versionID="c96f3619c25dd0a8097cbbd45bd7d4d8">
  <xsd:schema xmlns:xsd="http://www.w3.org/2001/XMLSchema" xmlns:xs="http://www.w3.org/2001/XMLSchema" xmlns:p="http://schemas.microsoft.com/office/2006/metadata/properties" xmlns:ns1="http://schemas.microsoft.com/sharepoint/v3" xmlns:ns2="ee8bbf55-800d-4d58-8a8b-09c947e9a00c" xmlns:ns3="1101b10e-725f-4646-8616-56044515ef11" targetNamespace="http://schemas.microsoft.com/office/2006/metadata/properties" ma:root="true" ma:fieldsID="a5d94f6bc0e6855af021e5bdf53d327e" ns1:_="" ns2:_="" ns3:_="">
    <xsd:import namespace="http://schemas.microsoft.com/sharepoint/v3"/>
    <xsd:import namespace="ee8bbf55-800d-4d58-8a8b-09c947e9a00c"/>
    <xsd:import namespace="1101b10e-725f-4646-8616-56044515ef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8bbf55-800d-4d58-8a8b-09c947e9a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950a132-ea9a-46b9-bf46-d05406b33cb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101b10e-725f-4646-8616-56044515ef1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1877b98-e3b7-4e24-9975-5c22dbb725a2}" ma:internalName="TaxCatchAll" ma:showField="CatchAllData" ma:web="1101b10e-725f-4646-8616-56044515ef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16E79A-2BC2-4419-A09D-667E5C7A465F}">
  <ds:schemaRefs>
    <ds:schemaRef ds:uri="http://schemas.microsoft.com/sharepoint/v3/contenttype/forms"/>
  </ds:schemaRefs>
</ds:datastoreItem>
</file>

<file path=customXml/itemProps2.xml><?xml version="1.0" encoding="utf-8"?>
<ds:datastoreItem xmlns:ds="http://schemas.openxmlformats.org/officeDocument/2006/customXml" ds:itemID="{263B8FC5-5D7E-4179-97F5-838B81DB44CE}">
  <ds:schemaRefs>
    <ds:schemaRef ds:uri="http://schemas.microsoft.com/office/2006/metadata/properties"/>
    <ds:schemaRef ds:uri="http://www.w3.org/2000/xmlns/"/>
    <ds:schemaRef ds:uri="http://schemas.microsoft.com/sharepoint/v3"/>
    <ds:schemaRef ds:uri="http://www.w3.org/2001/XMLSchema-instance"/>
    <ds:schemaRef ds:uri="1101b10e-725f-4646-8616-56044515ef11"/>
    <ds:schemaRef ds:uri="ee8bbf55-800d-4d58-8a8b-09c947e9a00c"/>
    <ds:schemaRef ds:uri="http://schemas.microsoft.com/office/infopath/2007/PartnerControls"/>
  </ds:schemaRefs>
</ds:datastoreItem>
</file>

<file path=customXml/itemProps3.xml><?xml version="1.0" encoding="utf-8"?>
<ds:datastoreItem xmlns:ds="http://schemas.openxmlformats.org/officeDocument/2006/customXml" ds:itemID="{744C047C-4542-4125-AC22-F355A49E7BF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ee8bbf55-800d-4d58-8a8b-09c947e9a00c"/>
    <ds:schemaRef ds:uri="1101b10e-725f-4646-8616-56044515ef11"/>
  </ds:schemaRefs>
</ds:datastoreItem>
</file>

<file path=docMetadata/LabelInfo.xml><?xml version="1.0" encoding="utf-8"?>
<clbl:labelList xmlns:clbl="http://schemas.microsoft.com/office/2020/mipLabelMetadata">
  <clbl:label id="{6c5e6a18-9152-422f-a654-912ac496416a}" enabled="1" method="Standard" siteId="{af1bbf3d-7aa3-4e3f-8173-c8889d944e6a}"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9720</Words>
  <Application>Microsoft Office PowerPoint</Application>
  <PresentationFormat>Grand écran</PresentationFormat>
  <Paragraphs>1460</Paragraphs>
  <Slides>85</Slides>
  <Notes>14</Notes>
  <HiddenSlides>0</HiddenSlides>
  <MMClips>0</MMClips>
  <ScaleCrop>false</ScaleCrop>
  <HeadingPairs>
    <vt:vector size="4" baseType="variant">
      <vt:variant>
        <vt:lpstr>Thème</vt:lpstr>
      </vt:variant>
      <vt:variant>
        <vt:i4>3</vt:i4>
      </vt:variant>
      <vt:variant>
        <vt:lpstr>Titres des diapositives</vt:lpstr>
      </vt:variant>
      <vt:variant>
        <vt:i4>85</vt:i4>
      </vt:variant>
    </vt:vector>
  </HeadingPairs>
  <TitlesOfParts>
    <vt:vector size="88" baseType="lpstr">
      <vt:lpstr>Large Text Master</vt:lpstr>
      <vt:lpstr>Small Text Master</vt:lpstr>
      <vt:lpstr>1_Large Text Master</vt:lpstr>
      <vt:lpstr>Présentation PowerPoint</vt:lpstr>
      <vt:lpstr>Additional slider add-ons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Main-title, one column, sub-head</vt:lpstr>
      <vt:lpstr>Main-title, one column</vt:lpstr>
      <vt:lpstr>Main-title, two column, sub-head</vt:lpstr>
      <vt:lpstr>Main-title, two column</vt:lpstr>
      <vt:lpstr>Main-title, three column, sub-head</vt:lpstr>
      <vt:lpstr>Main-title, three column</vt:lpstr>
      <vt:lpstr>Header here</vt:lpstr>
      <vt:lpstr>Header here</vt:lpstr>
      <vt:lpstr>Header here</vt:lpstr>
      <vt:lpstr>Header here</vt:lpstr>
      <vt:lpstr>Présentation PowerPoint</vt:lpstr>
      <vt:lpstr>Présentation PowerPoint</vt:lpstr>
      <vt:lpstr>Présentation PowerPoint</vt:lpstr>
      <vt:lpstr>Présentation PowerPoint</vt:lpstr>
      <vt:lpstr>Présentation PowerPoint</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 </vt:lpstr>
      <vt:lpstr>Case study main title</vt:lpstr>
      <vt:lpstr>Présentation PowerPoint</vt:lpstr>
      <vt:lpstr>Présentation PowerPoint</vt:lpstr>
      <vt:lpstr>Présentation PowerPoint</vt:lpstr>
      <vt:lpstr>Lorem ipsum dolor sit amet, consectetur esse adipiscing lorem ipsum dolor elit, sed eiusmod tempor. </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Présentation PowerPoint</vt:lpstr>
      <vt:lpstr>Présentation PowerPoint</vt:lpstr>
      <vt:lpstr>Next steps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STERNGLASS</dc:creator>
  <cp:lastModifiedBy>Adil ZRIOUIL</cp:lastModifiedBy>
  <cp:revision>287</cp:revision>
  <dcterms:created xsi:type="dcterms:W3CDTF">2024-05-22T14:58:46Z</dcterms:created>
  <dcterms:modified xsi:type="dcterms:W3CDTF">2026-05-07T20:25:53Z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514100.000000000</vt:lpwstr>
  </property>
  <property fmtid="{D5CDD505-2E9C-101B-9397-08002B2CF9AE}" pid="3" name="MediaServiceImageTags">
    <vt:lpwstr/>
  </property>
  <property fmtid="{D5CDD505-2E9C-101B-9397-08002B2CF9AE}" pid="4" name="ContentTypeId">
    <vt:lpwstr>0x0101000F252DC78910B646986030E96C481723</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ClassificationContentMarkingFooterLocations">
    <vt:lpwstr>Large Text Master:10\Small Text Master:18\1_Large Text Master:9</vt:lpwstr>
  </property>
  <property fmtid="{D5CDD505-2E9C-101B-9397-08002B2CF9AE}" pid="9" name="ClassificationContentMarkingFooterText">
    <vt:lpwstr>C2 - Confidential Client Data</vt:lpwstr>
  </property>
</Properties>
</file>